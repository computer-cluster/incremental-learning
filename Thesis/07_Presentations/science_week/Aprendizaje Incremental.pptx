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</p:sldIdLst>
  <p:sldSz cx="18288000" cy="10287000"/>
  <p:notesSz cx="6858000" cy="9144000"/>
  <p:embeddedFontLst>
    <p:embeddedFont>
      <p:font typeface="Baloo Bhaijaan" panose="03080902040302020200" pitchFamily="66" charset="-78"/>
      <p:regular r:id="rId21"/>
    </p:embeddedFont>
    <p:embeddedFont>
      <p:font typeface="Canva Sans Bold" panose="020B0803030501040103" pitchFamily="34" charset="0"/>
      <p:regular r:id="rId22"/>
      <p:bold r:id="rId23"/>
    </p:embeddedFont>
    <p:embeddedFont>
      <p:font typeface="DM Sans" pitchFamily="2" charset="77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78" autoAdjust="0"/>
  </p:normalViewPr>
  <p:slideViewPr>
    <p:cSldViewPr>
      <p:cViewPr varScale="1">
        <p:scale>
          <a:sx n="72" d="100"/>
          <a:sy n="72" d="100"/>
        </p:scale>
        <p:origin x="784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11" Type="http://schemas.openxmlformats.org/officeDocument/2006/relationships/image" Target="../media/image46.png"/><Relationship Id="rId5" Type="http://schemas.openxmlformats.org/officeDocument/2006/relationships/image" Target="../media/image40.jpeg"/><Relationship Id="rId10" Type="http://schemas.openxmlformats.org/officeDocument/2006/relationships/image" Target="../media/image45.svg"/><Relationship Id="rId4" Type="http://schemas.openxmlformats.org/officeDocument/2006/relationships/image" Target="../media/image39.jpe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1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5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5" Type="http://schemas.openxmlformats.org/officeDocument/2006/relationships/image" Target="../media/image53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55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5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5" Type="http://schemas.openxmlformats.org/officeDocument/2006/relationships/image" Target="../media/image57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svg"/><Relationship Id="rId7" Type="http://schemas.openxmlformats.org/officeDocument/2006/relationships/image" Target="../media/image75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10" Type="http://schemas.openxmlformats.org/officeDocument/2006/relationships/image" Target="../media/image78.sv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svg"/><Relationship Id="rId18" Type="http://schemas.openxmlformats.org/officeDocument/2006/relationships/image" Target="../media/image96.png"/><Relationship Id="rId3" Type="http://schemas.openxmlformats.org/officeDocument/2006/relationships/image" Target="../media/image81.svg"/><Relationship Id="rId21" Type="http://schemas.openxmlformats.org/officeDocument/2006/relationships/image" Target="../media/image99.svg"/><Relationship Id="rId7" Type="http://schemas.openxmlformats.org/officeDocument/2006/relationships/image" Target="../media/image85.svg"/><Relationship Id="rId12" Type="http://schemas.openxmlformats.org/officeDocument/2006/relationships/image" Target="../media/image90.png"/><Relationship Id="rId17" Type="http://schemas.openxmlformats.org/officeDocument/2006/relationships/image" Target="../media/image95.svg"/><Relationship Id="rId25" Type="http://schemas.openxmlformats.org/officeDocument/2006/relationships/image" Target="../media/image103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svg"/><Relationship Id="rId24" Type="http://schemas.openxmlformats.org/officeDocument/2006/relationships/image" Target="../media/image102.png"/><Relationship Id="rId5" Type="http://schemas.openxmlformats.org/officeDocument/2006/relationships/image" Target="../media/image83.svg"/><Relationship Id="rId15" Type="http://schemas.openxmlformats.org/officeDocument/2006/relationships/image" Target="../media/image93.svg"/><Relationship Id="rId23" Type="http://schemas.openxmlformats.org/officeDocument/2006/relationships/image" Target="../media/image101.png"/><Relationship Id="rId10" Type="http://schemas.openxmlformats.org/officeDocument/2006/relationships/image" Target="../media/image88.png"/><Relationship Id="rId19" Type="http://schemas.openxmlformats.org/officeDocument/2006/relationships/image" Target="../media/image97.svg"/><Relationship Id="rId4" Type="http://schemas.openxmlformats.org/officeDocument/2006/relationships/image" Target="../media/image82.png"/><Relationship Id="rId9" Type="http://schemas.openxmlformats.org/officeDocument/2006/relationships/image" Target="../media/image87.svg"/><Relationship Id="rId14" Type="http://schemas.openxmlformats.org/officeDocument/2006/relationships/image" Target="../media/image92.png"/><Relationship Id="rId22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svg"/><Relationship Id="rId3" Type="http://schemas.openxmlformats.org/officeDocument/2006/relationships/image" Target="../media/image75.svg"/><Relationship Id="rId7" Type="http://schemas.openxmlformats.org/officeDocument/2006/relationships/image" Target="../media/image107.svg"/><Relationship Id="rId12" Type="http://schemas.openxmlformats.org/officeDocument/2006/relationships/image" Target="../media/image11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111.svg"/><Relationship Id="rId5" Type="http://schemas.openxmlformats.org/officeDocument/2006/relationships/image" Target="../media/image105.svg"/><Relationship Id="rId15" Type="http://schemas.openxmlformats.org/officeDocument/2006/relationships/image" Target="../media/image115.sv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svg"/><Relationship Id="rId14" Type="http://schemas.openxmlformats.org/officeDocument/2006/relationships/image" Target="../media/image1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18.svg"/><Relationship Id="rId7" Type="http://schemas.openxmlformats.org/officeDocument/2006/relationships/image" Target="../media/image105.svg"/><Relationship Id="rId12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svg"/><Relationship Id="rId5" Type="http://schemas.openxmlformats.org/officeDocument/2006/relationships/image" Target="../media/image75.svg"/><Relationship Id="rId10" Type="http://schemas.openxmlformats.org/officeDocument/2006/relationships/image" Target="../media/image108.png"/><Relationship Id="rId4" Type="http://schemas.openxmlformats.org/officeDocument/2006/relationships/image" Target="../media/image74.png"/><Relationship Id="rId9" Type="http://schemas.openxmlformats.org/officeDocument/2006/relationships/image" Target="../media/image10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21.pn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12" Type="http://schemas.openxmlformats.org/officeDocument/2006/relationships/image" Target="../media/image120.png"/><Relationship Id="rId17" Type="http://schemas.openxmlformats.org/officeDocument/2006/relationships/image" Target="../media/image125.svg"/><Relationship Id="rId2" Type="http://schemas.openxmlformats.org/officeDocument/2006/relationships/image" Target="../media/image90.png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5" Type="http://schemas.openxmlformats.org/officeDocument/2006/relationships/image" Target="../media/image12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Relationship Id="rId14" Type="http://schemas.openxmlformats.org/officeDocument/2006/relationships/image" Target="../media/image12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59.svg"/><Relationship Id="rId7" Type="http://schemas.openxmlformats.org/officeDocument/2006/relationships/image" Target="../media/image67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svg"/><Relationship Id="rId10" Type="http://schemas.openxmlformats.org/officeDocument/2006/relationships/image" Target="../media/image126.png"/><Relationship Id="rId4" Type="http://schemas.openxmlformats.org/officeDocument/2006/relationships/image" Target="../media/image64.png"/><Relationship Id="rId9" Type="http://schemas.openxmlformats.org/officeDocument/2006/relationships/image" Target="../media/image12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28.png"/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12" Type="http://schemas.openxmlformats.org/officeDocument/2006/relationships/image" Target="../media/image12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svg"/><Relationship Id="rId5" Type="http://schemas.openxmlformats.org/officeDocument/2006/relationships/image" Target="../media/image93.sv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svg"/><Relationship Id="rId18" Type="http://schemas.openxmlformats.org/officeDocument/2006/relationships/image" Target="../media/image129.png"/><Relationship Id="rId3" Type="http://schemas.openxmlformats.org/officeDocument/2006/relationships/image" Target="../media/image81.svg"/><Relationship Id="rId7" Type="http://schemas.openxmlformats.org/officeDocument/2006/relationships/image" Target="../media/image85.svg"/><Relationship Id="rId12" Type="http://schemas.openxmlformats.org/officeDocument/2006/relationships/image" Target="../media/image92.png"/><Relationship Id="rId17" Type="http://schemas.openxmlformats.org/officeDocument/2006/relationships/image" Target="../media/image97.svg"/><Relationship Id="rId2" Type="http://schemas.openxmlformats.org/officeDocument/2006/relationships/image" Target="../media/image80.png"/><Relationship Id="rId16" Type="http://schemas.openxmlformats.org/officeDocument/2006/relationships/image" Target="../media/image96.png"/><Relationship Id="rId20" Type="http://schemas.openxmlformats.org/officeDocument/2006/relationships/image" Target="../media/image1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91.svg"/><Relationship Id="rId5" Type="http://schemas.openxmlformats.org/officeDocument/2006/relationships/image" Target="../media/image83.svg"/><Relationship Id="rId15" Type="http://schemas.openxmlformats.org/officeDocument/2006/relationships/image" Target="../media/image95.svg"/><Relationship Id="rId10" Type="http://schemas.openxmlformats.org/officeDocument/2006/relationships/image" Target="../media/image90.png"/><Relationship Id="rId19" Type="http://schemas.openxmlformats.org/officeDocument/2006/relationships/image" Target="../media/image130.jpeg"/><Relationship Id="rId4" Type="http://schemas.openxmlformats.org/officeDocument/2006/relationships/image" Target="../media/image82.png"/><Relationship Id="rId9" Type="http://schemas.openxmlformats.org/officeDocument/2006/relationships/image" Target="../media/image89.svg"/><Relationship Id="rId14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36.png"/><Relationship Id="rId3" Type="http://schemas.openxmlformats.org/officeDocument/2006/relationships/image" Target="../media/image2.svg"/><Relationship Id="rId7" Type="http://schemas.openxmlformats.org/officeDocument/2006/relationships/image" Target="../media/image20.svg"/><Relationship Id="rId12" Type="http://schemas.openxmlformats.org/officeDocument/2006/relationships/image" Target="../media/image1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34.png"/><Relationship Id="rId5" Type="http://schemas.openxmlformats.org/officeDocument/2006/relationships/image" Target="../media/image18.svg"/><Relationship Id="rId10" Type="http://schemas.openxmlformats.org/officeDocument/2006/relationships/image" Target="../media/image13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14051168" y="6465518"/>
            <a:ext cx="2986932" cy="2792782"/>
          </a:xfrm>
          <a:custGeom>
            <a:avLst/>
            <a:gdLst/>
            <a:ahLst/>
            <a:cxnLst/>
            <a:rect l="l" t="t" r="r" b="b"/>
            <a:pathLst>
              <a:path w="2986932" h="2792782">
                <a:moveTo>
                  <a:pt x="0" y="0"/>
                </a:moveTo>
                <a:lnTo>
                  <a:pt x="2986933" y="0"/>
                </a:lnTo>
                <a:lnTo>
                  <a:pt x="2986933" y="2792782"/>
                </a:lnTo>
                <a:lnTo>
                  <a:pt x="0" y="27927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-1353670">
            <a:off x="11971703" y="1040087"/>
            <a:ext cx="1561721" cy="1737659"/>
          </a:xfrm>
          <a:custGeom>
            <a:avLst/>
            <a:gdLst/>
            <a:ahLst/>
            <a:cxnLst/>
            <a:rect l="l" t="t" r="r" b="b"/>
            <a:pathLst>
              <a:path w="1561721" h="1737659">
                <a:moveTo>
                  <a:pt x="0" y="0"/>
                </a:moveTo>
                <a:lnTo>
                  <a:pt x="1561721" y="0"/>
                </a:lnTo>
                <a:lnTo>
                  <a:pt x="1561721" y="1737659"/>
                </a:lnTo>
                <a:lnTo>
                  <a:pt x="0" y="173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5544635" y="3973351"/>
            <a:ext cx="1573009" cy="1745364"/>
          </a:xfrm>
          <a:custGeom>
            <a:avLst/>
            <a:gdLst/>
            <a:ahLst/>
            <a:cxnLst/>
            <a:rect l="l" t="t" r="r" b="b"/>
            <a:pathLst>
              <a:path w="1573009" h="1745364">
                <a:moveTo>
                  <a:pt x="0" y="0"/>
                </a:moveTo>
                <a:lnTo>
                  <a:pt x="1573009" y="0"/>
                </a:lnTo>
                <a:lnTo>
                  <a:pt x="1573009" y="1745364"/>
                </a:lnTo>
                <a:lnTo>
                  <a:pt x="0" y="1745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0739293" y="8541367"/>
            <a:ext cx="1071043" cy="1442483"/>
          </a:xfrm>
          <a:custGeom>
            <a:avLst/>
            <a:gdLst/>
            <a:ahLst/>
            <a:cxnLst/>
            <a:rect l="l" t="t" r="r" b="b"/>
            <a:pathLst>
              <a:path w="1071043" h="1442483">
                <a:moveTo>
                  <a:pt x="0" y="0"/>
                </a:moveTo>
                <a:lnTo>
                  <a:pt x="1071044" y="0"/>
                </a:lnTo>
                <a:lnTo>
                  <a:pt x="1071044" y="1442483"/>
                </a:lnTo>
                <a:lnTo>
                  <a:pt x="0" y="1442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8" name="Group 8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87035" y="9744075"/>
            <a:ext cx="7315200" cy="749808"/>
          </a:xfrm>
          <a:custGeom>
            <a:avLst/>
            <a:gdLst/>
            <a:ahLst/>
            <a:cxnLst/>
            <a:rect l="l" t="t" r="r" b="b"/>
            <a:pathLst>
              <a:path w="7315200" h="749808">
                <a:moveTo>
                  <a:pt x="0" y="0"/>
                </a:moveTo>
                <a:lnTo>
                  <a:pt x="7315200" y="0"/>
                </a:lnTo>
                <a:lnTo>
                  <a:pt x="7315200" y="749808"/>
                </a:lnTo>
                <a:lnTo>
                  <a:pt x="0" y="7498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/>
          <p:cNvSpPr/>
          <p:nvPr/>
        </p:nvSpPr>
        <p:spPr>
          <a:xfrm>
            <a:off x="1677764" y="6219093"/>
            <a:ext cx="8737502" cy="1190485"/>
          </a:xfrm>
          <a:custGeom>
            <a:avLst/>
            <a:gdLst/>
            <a:ahLst/>
            <a:cxnLst/>
            <a:rect l="l" t="t" r="r" b="b"/>
            <a:pathLst>
              <a:path w="8737502" h="1190485">
                <a:moveTo>
                  <a:pt x="0" y="0"/>
                </a:moveTo>
                <a:lnTo>
                  <a:pt x="8737502" y="0"/>
                </a:lnTo>
                <a:lnTo>
                  <a:pt x="8737502" y="1190485"/>
                </a:lnTo>
                <a:lnTo>
                  <a:pt x="0" y="11904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3" name="Freeform 13"/>
          <p:cNvSpPr/>
          <p:nvPr/>
        </p:nvSpPr>
        <p:spPr>
          <a:xfrm>
            <a:off x="10601932" y="1770138"/>
            <a:ext cx="9885405" cy="8229600"/>
          </a:xfrm>
          <a:custGeom>
            <a:avLst/>
            <a:gdLst/>
            <a:ahLst/>
            <a:cxnLst/>
            <a:rect l="l" t="t" r="r" b="b"/>
            <a:pathLst>
              <a:path w="9885405" h="8229600">
                <a:moveTo>
                  <a:pt x="0" y="0"/>
                </a:moveTo>
                <a:lnTo>
                  <a:pt x="9885405" y="0"/>
                </a:lnTo>
                <a:lnTo>
                  <a:pt x="988540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4" name="TextBox 14"/>
          <p:cNvSpPr txBox="1"/>
          <p:nvPr/>
        </p:nvSpPr>
        <p:spPr>
          <a:xfrm>
            <a:off x="1677764" y="1926128"/>
            <a:ext cx="11074800" cy="346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4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Aprendizaje Incremental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5171" y="1171113"/>
            <a:ext cx="350224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11144" y="6436510"/>
            <a:ext cx="8604122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01C16"/>
                </a:solidFill>
                <a:latin typeface="DM Sans"/>
                <a:ea typeface="DM Sans"/>
                <a:cs typeface="DM Sans"/>
                <a:sym typeface="DM Sans"/>
              </a:rPr>
              <a:t>Ing. Luis Ángel Gonzalez Hernandez </a:t>
            </a:r>
          </a:p>
        </p:txBody>
      </p:sp>
      <p:pic>
        <p:nvPicPr>
          <p:cNvPr id="1028" name="Picture 4" descr="Uaemex logo vector EPS &amp; PNG Free Download | Brandlogos.net">
            <a:extLst>
              <a:ext uri="{FF2B5EF4-FFF2-40B4-BE49-F238E27FC236}">
                <a16:creationId xmlns:a16="http://schemas.microsoft.com/office/drawing/2014/main" id="{FF0E3E0F-1741-36EA-228D-B4BCC1EA9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07" y="7115961"/>
            <a:ext cx="3553610" cy="3553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8" name="Group 8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011525" y="5017920"/>
            <a:ext cx="4642548" cy="5151232"/>
          </a:xfrm>
          <a:custGeom>
            <a:avLst/>
            <a:gdLst/>
            <a:ahLst/>
            <a:cxnLst/>
            <a:rect l="l" t="t" r="r" b="b"/>
            <a:pathLst>
              <a:path w="4642548" h="5151232">
                <a:moveTo>
                  <a:pt x="0" y="0"/>
                </a:moveTo>
                <a:lnTo>
                  <a:pt x="4642548" y="0"/>
                </a:lnTo>
                <a:lnTo>
                  <a:pt x="4642548" y="5151232"/>
                </a:lnTo>
                <a:lnTo>
                  <a:pt x="0" y="5151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TextBox 12"/>
          <p:cNvSpPr txBox="1"/>
          <p:nvPr/>
        </p:nvSpPr>
        <p:spPr>
          <a:xfrm>
            <a:off x="3394412" y="2492475"/>
            <a:ext cx="11499176" cy="20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¿Cómo están?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50905" y="-756295"/>
            <a:ext cx="2951572" cy="2759720"/>
          </a:xfrm>
          <a:custGeom>
            <a:avLst/>
            <a:gdLst/>
            <a:ahLst/>
            <a:cxnLst/>
            <a:rect l="l" t="t" r="r" b="b"/>
            <a:pathLst>
              <a:path w="2951572" h="2759720">
                <a:moveTo>
                  <a:pt x="0" y="0"/>
                </a:moveTo>
                <a:lnTo>
                  <a:pt x="2951573" y="0"/>
                </a:lnTo>
                <a:lnTo>
                  <a:pt x="2951573" y="2759720"/>
                </a:lnTo>
                <a:lnTo>
                  <a:pt x="0" y="2759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flipH="1">
            <a:off x="16451846" y="7294068"/>
            <a:ext cx="3672309" cy="2992932"/>
          </a:xfrm>
          <a:custGeom>
            <a:avLst/>
            <a:gdLst/>
            <a:ahLst/>
            <a:cxnLst/>
            <a:rect l="l" t="t" r="r" b="b"/>
            <a:pathLst>
              <a:path w="3672309" h="2992932">
                <a:moveTo>
                  <a:pt x="3672308" y="0"/>
                </a:moveTo>
                <a:lnTo>
                  <a:pt x="0" y="0"/>
                </a:lnTo>
                <a:lnTo>
                  <a:pt x="0" y="2992932"/>
                </a:lnTo>
                <a:lnTo>
                  <a:pt x="3672308" y="2992932"/>
                </a:lnTo>
                <a:lnTo>
                  <a:pt x="36723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13846316" y="843605"/>
            <a:ext cx="608868" cy="844185"/>
          </a:xfrm>
          <a:custGeom>
            <a:avLst/>
            <a:gdLst/>
            <a:ahLst/>
            <a:cxnLst/>
            <a:rect l="l" t="t" r="r" b="b"/>
            <a:pathLst>
              <a:path w="608868" h="844185">
                <a:moveTo>
                  <a:pt x="0" y="0"/>
                </a:moveTo>
                <a:lnTo>
                  <a:pt x="608868" y="0"/>
                </a:lnTo>
                <a:lnTo>
                  <a:pt x="608868" y="844185"/>
                </a:lnTo>
                <a:lnTo>
                  <a:pt x="0" y="844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-1624295" y="-1015429"/>
            <a:ext cx="5785308" cy="4114800"/>
          </a:xfrm>
          <a:custGeom>
            <a:avLst/>
            <a:gdLst/>
            <a:ahLst/>
            <a:cxnLst/>
            <a:rect l="l" t="t" r="r" b="b"/>
            <a:pathLst>
              <a:path w="5785308" h="4114800">
                <a:moveTo>
                  <a:pt x="0" y="0"/>
                </a:moveTo>
                <a:lnTo>
                  <a:pt x="5785308" y="0"/>
                </a:lnTo>
                <a:lnTo>
                  <a:pt x="5785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6496050" y="5590885"/>
            <a:ext cx="7873909" cy="3667415"/>
          </a:xfrm>
          <a:custGeom>
            <a:avLst/>
            <a:gdLst/>
            <a:ahLst/>
            <a:cxnLst/>
            <a:rect l="l" t="t" r="r" b="b"/>
            <a:pathLst>
              <a:path w="7873909" h="3667415">
                <a:moveTo>
                  <a:pt x="0" y="0"/>
                </a:moveTo>
                <a:lnTo>
                  <a:pt x="7873909" y="0"/>
                </a:lnTo>
                <a:lnTo>
                  <a:pt x="7873909" y="3667415"/>
                </a:lnTo>
                <a:lnTo>
                  <a:pt x="0" y="3667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8697" b="-12070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TextBox 7"/>
          <p:cNvSpPr txBox="1"/>
          <p:nvPr/>
        </p:nvSpPr>
        <p:spPr>
          <a:xfrm>
            <a:off x="1028700" y="1547180"/>
            <a:ext cx="14512334" cy="230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9"/>
              </a:lnSpc>
            </a:pPr>
            <a:r>
              <a:rPr lang="en-US" sz="8899" spc="-453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¿Recuerdan cómo aprendieron  atarse las agujetas?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16269" y="4151699"/>
            <a:ext cx="6507686" cy="76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spc="-29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¿Quién les enseñó?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9530" y="5041968"/>
            <a:ext cx="5463620" cy="237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6199" spc="-316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¿Cómo es que aún lo recuerdan?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5325" y="2235822"/>
            <a:ext cx="1034610" cy="1942929"/>
          </a:xfrm>
          <a:custGeom>
            <a:avLst/>
            <a:gdLst/>
            <a:ahLst/>
            <a:cxnLst/>
            <a:rect l="l" t="t" r="r" b="b"/>
            <a:pathLst>
              <a:path w="1034610" h="1942929">
                <a:moveTo>
                  <a:pt x="0" y="0"/>
                </a:moveTo>
                <a:lnTo>
                  <a:pt x="1034610" y="0"/>
                </a:lnTo>
                <a:lnTo>
                  <a:pt x="1034610" y="1942929"/>
                </a:lnTo>
                <a:lnTo>
                  <a:pt x="0" y="1942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3" name="Group 3"/>
          <p:cNvGrpSpPr/>
          <p:nvPr/>
        </p:nvGrpSpPr>
        <p:grpSpPr>
          <a:xfrm>
            <a:off x="1028700" y="3226337"/>
            <a:ext cx="4729171" cy="3054482"/>
            <a:chOff x="0" y="0"/>
            <a:chExt cx="732672" cy="473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2672" cy="473219"/>
            </a:xfrm>
            <a:custGeom>
              <a:avLst/>
              <a:gdLst/>
              <a:ahLst/>
              <a:cxnLst/>
              <a:rect l="l" t="t" r="r" b="b"/>
              <a:pathLst>
                <a:path w="732672" h="473219">
                  <a:moveTo>
                    <a:pt x="37652" y="0"/>
                  </a:moveTo>
                  <a:lnTo>
                    <a:pt x="695020" y="0"/>
                  </a:lnTo>
                  <a:cubicBezTo>
                    <a:pt x="705006" y="0"/>
                    <a:pt x="714583" y="3967"/>
                    <a:pt x="721644" y="11028"/>
                  </a:cubicBezTo>
                  <a:cubicBezTo>
                    <a:pt x="728705" y="18089"/>
                    <a:pt x="732672" y="27666"/>
                    <a:pt x="732672" y="37652"/>
                  </a:cubicBezTo>
                  <a:lnTo>
                    <a:pt x="732672" y="435567"/>
                  </a:lnTo>
                  <a:cubicBezTo>
                    <a:pt x="732672" y="456362"/>
                    <a:pt x="715815" y="473219"/>
                    <a:pt x="695020" y="473219"/>
                  </a:cubicBezTo>
                  <a:lnTo>
                    <a:pt x="37652" y="473219"/>
                  </a:lnTo>
                  <a:cubicBezTo>
                    <a:pt x="16858" y="473219"/>
                    <a:pt x="0" y="456362"/>
                    <a:pt x="0" y="435567"/>
                  </a:cubicBezTo>
                  <a:lnTo>
                    <a:pt x="0" y="37652"/>
                  </a:lnTo>
                  <a:cubicBezTo>
                    <a:pt x="0" y="16858"/>
                    <a:pt x="16858" y="0"/>
                    <a:pt x="37652" y="0"/>
                  </a:cubicBezTo>
                  <a:close/>
                </a:path>
              </a:pathLst>
            </a:custGeom>
            <a:blipFill>
              <a:blip r:embed="rId4"/>
              <a:stretch>
                <a:fillRect t="-222" b="-222"/>
              </a:stretch>
            </a:blipFill>
          </p:spPr>
          <p:txBody>
            <a:bodyPr/>
            <a:lstStyle/>
            <a:p>
              <a:endParaRPr lang="en-MX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78566" y="3226337"/>
            <a:ext cx="4758250" cy="3073264"/>
            <a:chOff x="0" y="0"/>
            <a:chExt cx="732672" cy="473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32672" cy="473219"/>
            </a:xfrm>
            <a:custGeom>
              <a:avLst/>
              <a:gdLst/>
              <a:ahLst/>
              <a:cxnLst/>
              <a:rect l="l" t="t" r="r" b="b"/>
              <a:pathLst>
                <a:path w="732672" h="473219">
                  <a:moveTo>
                    <a:pt x="37422" y="0"/>
                  </a:moveTo>
                  <a:lnTo>
                    <a:pt x="695250" y="0"/>
                  </a:lnTo>
                  <a:cubicBezTo>
                    <a:pt x="705175" y="0"/>
                    <a:pt x="714694" y="3943"/>
                    <a:pt x="721712" y="10961"/>
                  </a:cubicBezTo>
                  <a:cubicBezTo>
                    <a:pt x="728730" y="17979"/>
                    <a:pt x="732672" y="27497"/>
                    <a:pt x="732672" y="37422"/>
                  </a:cubicBezTo>
                  <a:lnTo>
                    <a:pt x="732672" y="435797"/>
                  </a:lnTo>
                  <a:cubicBezTo>
                    <a:pt x="732672" y="445722"/>
                    <a:pt x="728730" y="455241"/>
                    <a:pt x="721712" y="462259"/>
                  </a:cubicBezTo>
                  <a:cubicBezTo>
                    <a:pt x="714694" y="469277"/>
                    <a:pt x="705175" y="473219"/>
                    <a:pt x="695250" y="473219"/>
                  </a:cubicBezTo>
                  <a:lnTo>
                    <a:pt x="37422" y="473219"/>
                  </a:lnTo>
                  <a:cubicBezTo>
                    <a:pt x="27497" y="473219"/>
                    <a:pt x="17979" y="469277"/>
                    <a:pt x="10961" y="462259"/>
                  </a:cubicBezTo>
                  <a:cubicBezTo>
                    <a:pt x="3943" y="455241"/>
                    <a:pt x="0" y="445722"/>
                    <a:pt x="0" y="435797"/>
                  </a:cubicBezTo>
                  <a:lnTo>
                    <a:pt x="0" y="37422"/>
                  </a:lnTo>
                  <a:cubicBezTo>
                    <a:pt x="0" y="27497"/>
                    <a:pt x="3943" y="17979"/>
                    <a:pt x="10961" y="10961"/>
                  </a:cubicBezTo>
                  <a:cubicBezTo>
                    <a:pt x="17979" y="3943"/>
                    <a:pt x="27497" y="0"/>
                    <a:pt x="37422" y="0"/>
                  </a:cubicBezTo>
                  <a:close/>
                </a:path>
              </a:pathLst>
            </a:custGeom>
            <a:blipFill>
              <a:blip r:embed="rId5"/>
              <a:stretch>
                <a:fillRect t="-1576" b="-1576"/>
              </a:stretch>
            </a:blipFill>
          </p:spPr>
          <p:txBody>
            <a:bodyPr/>
            <a:lstStyle/>
            <a:p>
              <a:endParaRPr lang="en-MX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530129" y="3245118"/>
            <a:ext cx="4729171" cy="3054482"/>
            <a:chOff x="0" y="0"/>
            <a:chExt cx="732672" cy="4732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2672" cy="473219"/>
            </a:xfrm>
            <a:custGeom>
              <a:avLst/>
              <a:gdLst/>
              <a:ahLst/>
              <a:cxnLst/>
              <a:rect l="l" t="t" r="r" b="b"/>
              <a:pathLst>
                <a:path w="732672" h="473219">
                  <a:moveTo>
                    <a:pt x="37652" y="0"/>
                  </a:moveTo>
                  <a:lnTo>
                    <a:pt x="695020" y="0"/>
                  </a:lnTo>
                  <a:cubicBezTo>
                    <a:pt x="705006" y="0"/>
                    <a:pt x="714583" y="3967"/>
                    <a:pt x="721644" y="11028"/>
                  </a:cubicBezTo>
                  <a:cubicBezTo>
                    <a:pt x="728705" y="18089"/>
                    <a:pt x="732672" y="27666"/>
                    <a:pt x="732672" y="37652"/>
                  </a:cubicBezTo>
                  <a:lnTo>
                    <a:pt x="732672" y="435567"/>
                  </a:lnTo>
                  <a:cubicBezTo>
                    <a:pt x="732672" y="456362"/>
                    <a:pt x="715815" y="473219"/>
                    <a:pt x="695020" y="473219"/>
                  </a:cubicBezTo>
                  <a:lnTo>
                    <a:pt x="37652" y="473219"/>
                  </a:lnTo>
                  <a:cubicBezTo>
                    <a:pt x="16858" y="473219"/>
                    <a:pt x="0" y="456362"/>
                    <a:pt x="0" y="435567"/>
                  </a:cubicBezTo>
                  <a:lnTo>
                    <a:pt x="0" y="37652"/>
                  </a:lnTo>
                  <a:cubicBezTo>
                    <a:pt x="0" y="16858"/>
                    <a:pt x="16858" y="0"/>
                    <a:pt x="37652" y="0"/>
                  </a:cubicBezTo>
                  <a:close/>
                </a:path>
              </a:pathLst>
            </a:custGeom>
            <a:blipFill>
              <a:blip r:embed="rId6"/>
              <a:stretch>
                <a:fillRect t="-1673" b="-1673"/>
              </a:stretch>
            </a:blipFill>
          </p:spPr>
          <p:txBody>
            <a:bodyPr/>
            <a:lstStyle/>
            <a:p>
              <a:endParaRPr lang="en-MX"/>
            </a:p>
          </p:txBody>
        </p:sp>
      </p:grpSp>
      <p:sp>
        <p:nvSpPr>
          <p:cNvPr id="9" name="Freeform 9"/>
          <p:cNvSpPr/>
          <p:nvPr/>
        </p:nvSpPr>
        <p:spPr>
          <a:xfrm>
            <a:off x="15820508" y="2235822"/>
            <a:ext cx="1818995" cy="1234643"/>
          </a:xfrm>
          <a:custGeom>
            <a:avLst/>
            <a:gdLst/>
            <a:ahLst/>
            <a:cxnLst/>
            <a:rect l="l" t="t" r="r" b="b"/>
            <a:pathLst>
              <a:path w="1818995" h="1234643">
                <a:moveTo>
                  <a:pt x="0" y="0"/>
                </a:moveTo>
                <a:lnTo>
                  <a:pt x="1818995" y="0"/>
                </a:lnTo>
                <a:lnTo>
                  <a:pt x="1818995" y="1234643"/>
                </a:lnTo>
                <a:lnTo>
                  <a:pt x="0" y="1234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0" name="Freeform 10"/>
          <p:cNvSpPr/>
          <p:nvPr/>
        </p:nvSpPr>
        <p:spPr>
          <a:xfrm>
            <a:off x="16162711" y="-595984"/>
            <a:ext cx="2953583" cy="2071200"/>
          </a:xfrm>
          <a:custGeom>
            <a:avLst/>
            <a:gdLst/>
            <a:ahLst/>
            <a:cxnLst/>
            <a:rect l="l" t="t" r="r" b="b"/>
            <a:pathLst>
              <a:path w="2953583" h="2071200">
                <a:moveTo>
                  <a:pt x="0" y="0"/>
                </a:moveTo>
                <a:lnTo>
                  <a:pt x="2953584" y="0"/>
                </a:lnTo>
                <a:lnTo>
                  <a:pt x="2953584" y="2071200"/>
                </a:lnTo>
                <a:lnTo>
                  <a:pt x="0" y="2071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Freeform 11"/>
          <p:cNvSpPr/>
          <p:nvPr/>
        </p:nvSpPr>
        <p:spPr>
          <a:xfrm>
            <a:off x="-503590" y="-57074"/>
            <a:ext cx="1532290" cy="1532290"/>
          </a:xfrm>
          <a:custGeom>
            <a:avLst/>
            <a:gdLst/>
            <a:ahLst/>
            <a:cxnLst/>
            <a:rect l="l" t="t" r="r" b="b"/>
            <a:pathLst>
              <a:path w="1532290" h="1532290">
                <a:moveTo>
                  <a:pt x="0" y="0"/>
                </a:moveTo>
                <a:lnTo>
                  <a:pt x="1532290" y="0"/>
                </a:lnTo>
                <a:lnTo>
                  <a:pt x="1532290" y="1532290"/>
                </a:lnTo>
                <a:lnTo>
                  <a:pt x="0" y="15322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/>
          <p:cNvSpPr/>
          <p:nvPr/>
        </p:nvSpPr>
        <p:spPr>
          <a:xfrm>
            <a:off x="-786029" y="8074660"/>
            <a:ext cx="2962707" cy="2962707"/>
          </a:xfrm>
          <a:custGeom>
            <a:avLst/>
            <a:gdLst/>
            <a:ahLst/>
            <a:cxnLst/>
            <a:rect l="l" t="t" r="r" b="b"/>
            <a:pathLst>
              <a:path w="2962707" h="2962707">
                <a:moveTo>
                  <a:pt x="0" y="0"/>
                </a:moveTo>
                <a:lnTo>
                  <a:pt x="2962708" y="0"/>
                </a:lnTo>
                <a:lnTo>
                  <a:pt x="2962708" y="2962707"/>
                </a:lnTo>
                <a:lnTo>
                  <a:pt x="0" y="29627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3" name="TextBox 13"/>
          <p:cNvSpPr txBox="1"/>
          <p:nvPr/>
        </p:nvSpPr>
        <p:spPr>
          <a:xfrm>
            <a:off x="3203838" y="842421"/>
            <a:ext cx="12223679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-356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¿Y ustedes utilizan dispositivos moviles?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0219" y="7397433"/>
            <a:ext cx="4729171" cy="1289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spc="-254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¿Cuál utilizan más?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78566" y="7387906"/>
            <a:ext cx="4729171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spc="-25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¿Cómo aprendierón?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30129" y="7387906"/>
            <a:ext cx="4729171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spc="-25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¿Qúe aplicaciones utilizán más?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7" name="Group 7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94412" y="2492475"/>
            <a:ext cx="11499176" cy="584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¿Saben qué es la Inteligencia Artificial (IA)?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536228" y="6021221"/>
            <a:ext cx="2751772" cy="4114800"/>
          </a:xfrm>
          <a:custGeom>
            <a:avLst/>
            <a:gdLst/>
            <a:ahLst/>
            <a:cxnLst/>
            <a:rect l="l" t="t" r="r" b="b"/>
            <a:pathLst>
              <a:path w="2751772" h="4114800">
                <a:moveTo>
                  <a:pt x="0" y="0"/>
                </a:moveTo>
                <a:lnTo>
                  <a:pt x="2751772" y="0"/>
                </a:lnTo>
                <a:lnTo>
                  <a:pt x="27517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/>
          <p:cNvSpPr/>
          <p:nvPr/>
        </p:nvSpPr>
        <p:spPr>
          <a:xfrm>
            <a:off x="-258557" y="32449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  <p:transition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18173">
            <a:off x="15174657" y="81281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7" name="Group 7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94045" y="934480"/>
            <a:ext cx="3842012" cy="5129284"/>
          </a:xfrm>
          <a:custGeom>
            <a:avLst/>
            <a:gdLst/>
            <a:ahLst/>
            <a:cxnLst/>
            <a:rect l="l" t="t" r="r" b="b"/>
            <a:pathLst>
              <a:path w="3842012" h="5129284">
                <a:moveTo>
                  <a:pt x="0" y="0"/>
                </a:moveTo>
                <a:lnTo>
                  <a:pt x="3842012" y="0"/>
                </a:lnTo>
                <a:lnTo>
                  <a:pt x="3842012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Freeform 11"/>
          <p:cNvSpPr/>
          <p:nvPr/>
        </p:nvSpPr>
        <p:spPr>
          <a:xfrm>
            <a:off x="5951768" y="764305"/>
            <a:ext cx="9320153" cy="5236741"/>
          </a:xfrm>
          <a:custGeom>
            <a:avLst/>
            <a:gdLst/>
            <a:ahLst/>
            <a:cxnLst/>
            <a:rect l="l" t="t" r="r" b="b"/>
            <a:pathLst>
              <a:path w="9320153" h="5236741">
                <a:moveTo>
                  <a:pt x="0" y="0"/>
                </a:moveTo>
                <a:lnTo>
                  <a:pt x="9320153" y="0"/>
                </a:lnTo>
                <a:lnTo>
                  <a:pt x="9320153" y="5236741"/>
                </a:lnTo>
                <a:lnTo>
                  <a:pt x="0" y="52367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/>
          <p:cNvSpPr/>
          <p:nvPr/>
        </p:nvSpPr>
        <p:spPr>
          <a:xfrm>
            <a:off x="12431800" y="4279031"/>
            <a:ext cx="2298076" cy="5362176"/>
          </a:xfrm>
          <a:custGeom>
            <a:avLst/>
            <a:gdLst/>
            <a:ahLst/>
            <a:cxnLst/>
            <a:rect l="l" t="t" r="r" b="b"/>
            <a:pathLst>
              <a:path w="2298076" h="5362176">
                <a:moveTo>
                  <a:pt x="0" y="0"/>
                </a:moveTo>
                <a:lnTo>
                  <a:pt x="2298076" y="0"/>
                </a:lnTo>
                <a:lnTo>
                  <a:pt x="2298076" y="5362177"/>
                </a:lnTo>
                <a:lnTo>
                  <a:pt x="0" y="53621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3" name="Freeform 13"/>
          <p:cNvSpPr/>
          <p:nvPr/>
        </p:nvSpPr>
        <p:spPr>
          <a:xfrm>
            <a:off x="3741728" y="5143500"/>
            <a:ext cx="4965506" cy="5032307"/>
          </a:xfrm>
          <a:custGeom>
            <a:avLst/>
            <a:gdLst/>
            <a:ahLst/>
            <a:cxnLst/>
            <a:rect l="l" t="t" r="r" b="b"/>
            <a:pathLst>
              <a:path w="4965506" h="5032307">
                <a:moveTo>
                  <a:pt x="0" y="0"/>
                </a:moveTo>
                <a:lnTo>
                  <a:pt x="4965507" y="0"/>
                </a:lnTo>
                <a:lnTo>
                  <a:pt x="4965507" y="5032307"/>
                </a:lnTo>
                <a:lnTo>
                  <a:pt x="0" y="50323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4" name="TextBox 14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44038" y="1028700"/>
            <a:ext cx="5592068" cy="3376211"/>
          </a:xfrm>
          <a:custGeom>
            <a:avLst/>
            <a:gdLst/>
            <a:ahLst/>
            <a:cxnLst/>
            <a:rect l="l" t="t" r="r" b="b"/>
            <a:pathLst>
              <a:path w="5592068" h="3376211">
                <a:moveTo>
                  <a:pt x="0" y="0"/>
                </a:moveTo>
                <a:lnTo>
                  <a:pt x="5592068" y="0"/>
                </a:lnTo>
                <a:lnTo>
                  <a:pt x="5592068" y="3376211"/>
                </a:lnTo>
                <a:lnTo>
                  <a:pt x="0" y="337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10617669" y="688512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1891571">
            <a:off x="11735694" y="7496019"/>
            <a:ext cx="1732338" cy="1976991"/>
          </a:xfrm>
          <a:custGeom>
            <a:avLst/>
            <a:gdLst/>
            <a:ahLst/>
            <a:cxnLst/>
            <a:rect l="l" t="t" r="r" b="b"/>
            <a:pathLst>
              <a:path w="1732338" h="1976991">
                <a:moveTo>
                  <a:pt x="0" y="0"/>
                </a:moveTo>
                <a:lnTo>
                  <a:pt x="1732338" y="0"/>
                </a:lnTo>
                <a:lnTo>
                  <a:pt x="1732338" y="1976991"/>
                </a:lnTo>
                <a:lnTo>
                  <a:pt x="0" y="197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6530572" y="7739380"/>
            <a:ext cx="2134483" cy="2949199"/>
          </a:xfrm>
          <a:custGeom>
            <a:avLst/>
            <a:gdLst/>
            <a:ahLst/>
            <a:cxnLst/>
            <a:rect l="l" t="t" r="r" b="b"/>
            <a:pathLst>
              <a:path w="2134483" h="2949199">
                <a:moveTo>
                  <a:pt x="0" y="0"/>
                </a:moveTo>
                <a:lnTo>
                  <a:pt x="2134483" y="0"/>
                </a:lnTo>
                <a:lnTo>
                  <a:pt x="2134483" y="2949199"/>
                </a:lnTo>
                <a:lnTo>
                  <a:pt x="0" y="29491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 rot="-906898">
            <a:off x="-504383" y="7275635"/>
            <a:ext cx="2408470" cy="3153480"/>
          </a:xfrm>
          <a:custGeom>
            <a:avLst/>
            <a:gdLst/>
            <a:ahLst/>
            <a:cxnLst/>
            <a:rect l="l" t="t" r="r" b="b"/>
            <a:pathLst>
              <a:path w="2408470" h="3153480">
                <a:moveTo>
                  <a:pt x="0" y="0"/>
                </a:moveTo>
                <a:lnTo>
                  <a:pt x="2408470" y="0"/>
                </a:lnTo>
                <a:lnTo>
                  <a:pt x="2408470" y="3153480"/>
                </a:lnTo>
                <a:lnTo>
                  <a:pt x="0" y="3153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9144000" y="2869230"/>
            <a:ext cx="8209361" cy="6910789"/>
          </a:xfrm>
          <a:custGeom>
            <a:avLst/>
            <a:gdLst/>
            <a:ahLst/>
            <a:cxnLst/>
            <a:rect l="l" t="t" r="r" b="b"/>
            <a:pathLst>
              <a:path w="8209361" h="6910789">
                <a:moveTo>
                  <a:pt x="0" y="0"/>
                </a:moveTo>
                <a:lnTo>
                  <a:pt x="8209361" y="0"/>
                </a:lnTo>
                <a:lnTo>
                  <a:pt x="8209361" y="6910789"/>
                </a:lnTo>
                <a:lnTo>
                  <a:pt x="0" y="69107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TextBox 8"/>
          <p:cNvSpPr txBox="1"/>
          <p:nvPr/>
        </p:nvSpPr>
        <p:spPr>
          <a:xfrm>
            <a:off x="1619284" y="1718615"/>
            <a:ext cx="8544684" cy="770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spc="-612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¿Se han preguntado cuál de esas aplicaciones tiene IA?</a:t>
            </a:r>
          </a:p>
        </p:txBody>
      </p:sp>
    </p:spTree>
  </p:cSld>
  <p:clrMapOvr>
    <a:masterClrMapping/>
  </p:clrMapOvr>
  <p:transition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62323" y="397810"/>
            <a:ext cx="4756826" cy="7703362"/>
          </a:xfrm>
          <a:custGeom>
            <a:avLst/>
            <a:gdLst/>
            <a:ahLst/>
            <a:cxnLst/>
            <a:rect l="l" t="t" r="r" b="b"/>
            <a:pathLst>
              <a:path w="4756826" h="7703362">
                <a:moveTo>
                  <a:pt x="0" y="0"/>
                </a:moveTo>
                <a:lnTo>
                  <a:pt x="4756827" y="0"/>
                </a:lnTo>
                <a:lnTo>
                  <a:pt x="4756827" y="7703363"/>
                </a:lnTo>
                <a:lnTo>
                  <a:pt x="0" y="7703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-1232143">
            <a:off x="229715" y="6367111"/>
            <a:ext cx="2969580" cy="3468123"/>
          </a:xfrm>
          <a:custGeom>
            <a:avLst/>
            <a:gdLst/>
            <a:ahLst/>
            <a:cxnLst/>
            <a:rect l="l" t="t" r="r" b="b"/>
            <a:pathLst>
              <a:path w="2969580" h="3468123">
                <a:moveTo>
                  <a:pt x="0" y="0"/>
                </a:moveTo>
                <a:lnTo>
                  <a:pt x="2969581" y="0"/>
                </a:lnTo>
                <a:lnTo>
                  <a:pt x="2969581" y="3468123"/>
                </a:lnTo>
                <a:lnTo>
                  <a:pt x="0" y="3468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14520676" y="-13710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5" name="Group 5"/>
          <p:cNvGrpSpPr/>
          <p:nvPr/>
        </p:nvGrpSpPr>
        <p:grpSpPr>
          <a:xfrm>
            <a:off x="2253505" y="1219200"/>
            <a:ext cx="13780990" cy="8229600"/>
            <a:chOff x="0" y="0"/>
            <a:chExt cx="3629561" cy="21674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29561" cy="2167467"/>
            </a:xfrm>
            <a:custGeom>
              <a:avLst/>
              <a:gdLst/>
              <a:ahLst/>
              <a:cxnLst/>
              <a:rect l="l" t="t" r="r" b="b"/>
              <a:pathLst>
                <a:path w="3629561" h="2167467">
                  <a:moveTo>
                    <a:pt x="41010" y="0"/>
                  </a:moveTo>
                  <a:lnTo>
                    <a:pt x="3588551" y="0"/>
                  </a:lnTo>
                  <a:cubicBezTo>
                    <a:pt x="3611200" y="0"/>
                    <a:pt x="3629561" y="18361"/>
                    <a:pt x="3629561" y="41010"/>
                  </a:cubicBezTo>
                  <a:lnTo>
                    <a:pt x="3629561" y="2126457"/>
                  </a:lnTo>
                  <a:cubicBezTo>
                    <a:pt x="3629561" y="2149106"/>
                    <a:pt x="3611200" y="2167467"/>
                    <a:pt x="3588551" y="2167467"/>
                  </a:cubicBezTo>
                  <a:lnTo>
                    <a:pt x="41010" y="2167467"/>
                  </a:lnTo>
                  <a:cubicBezTo>
                    <a:pt x="18361" y="2167467"/>
                    <a:pt x="0" y="2149106"/>
                    <a:pt x="0" y="2126457"/>
                  </a:cubicBezTo>
                  <a:lnTo>
                    <a:pt x="0" y="41010"/>
                  </a:lnTo>
                  <a:cubicBezTo>
                    <a:pt x="0" y="18361"/>
                    <a:pt x="18361" y="0"/>
                    <a:pt x="41010" y="0"/>
                  </a:cubicBezTo>
                  <a:close/>
                </a:path>
              </a:pathLst>
            </a:custGeom>
            <a:solidFill>
              <a:srgbClr val="FEC34A"/>
            </a:solidFill>
            <a:ln w="76200" cap="rnd">
              <a:solidFill>
                <a:srgbClr val="301C16"/>
              </a:solidFill>
              <a:prstDash val="solid"/>
              <a:round/>
            </a:ln>
          </p:spPr>
          <p:txBody>
            <a:bodyPr/>
            <a:lstStyle/>
            <a:p>
              <a:endParaRPr lang="en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629561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167125" y="6304235"/>
            <a:ext cx="3393617" cy="3476176"/>
          </a:xfrm>
          <a:custGeom>
            <a:avLst/>
            <a:gdLst/>
            <a:ahLst/>
            <a:cxnLst/>
            <a:rect l="l" t="t" r="r" b="b"/>
            <a:pathLst>
              <a:path w="3393617" h="3476176">
                <a:moveTo>
                  <a:pt x="0" y="0"/>
                </a:moveTo>
                <a:lnTo>
                  <a:pt x="3393616" y="0"/>
                </a:lnTo>
                <a:lnTo>
                  <a:pt x="3393616" y="3476176"/>
                </a:lnTo>
                <a:lnTo>
                  <a:pt x="0" y="34761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TextBox 9"/>
          <p:cNvSpPr txBox="1"/>
          <p:nvPr/>
        </p:nvSpPr>
        <p:spPr>
          <a:xfrm>
            <a:off x="3713236" y="2300042"/>
            <a:ext cx="10861527" cy="574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</a:pPr>
            <a:r>
              <a:rPr lang="en-US" sz="11199" spc="-5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¿Se han preguntado si la IA olvida? ¿O tiene recuerdos?</a:t>
            </a:r>
          </a:p>
        </p:txBody>
      </p:sp>
      <p:sp>
        <p:nvSpPr>
          <p:cNvPr id="10" name="Freeform 10"/>
          <p:cNvSpPr/>
          <p:nvPr/>
        </p:nvSpPr>
        <p:spPr>
          <a:xfrm>
            <a:off x="604381" y="686351"/>
            <a:ext cx="3533448" cy="3563140"/>
          </a:xfrm>
          <a:custGeom>
            <a:avLst/>
            <a:gdLst/>
            <a:ahLst/>
            <a:cxnLst/>
            <a:rect l="l" t="t" r="r" b="b"/>
            <a:pathLst>
              <a:path w="3533448" h="3563140">
                <a:moveTo>
                  <a:pt x="0" y="0"/>
                </a:moveTo>
                <a:lnTo>
                  <a:pt x="3533447" y="0"/>
                </a:lnTo>
                <a:lnTo>
                  <a:pt x="3533447" y="3563140"/>
                </a:lnTo>
                <a:lnTo>
                  <a:pt x="0" y="35631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</p:spTree>
  </p:cSld>
  <p:clrMapOvr>
    <a:masterClrMapping/>
  </p:clrMapOvr>
  <p:transition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8" name="Group 8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219895" y="4866905"/>
            <a:ext cx="3848210" cy="5200284"/>
          </a:xfrm>
          <a:custGeom>
            <a:avLst/>
            <a:gdLst/>
            <a:ahLst/>
            <a:cxnLst/>
            <a:rect l="l" t="t" r="r" b="b"/>
            <a:pathLst>
              <a:path w="3848210" h="5200284">
                <a:moveTo>
                  <a:pt x="0" y="0"/>
                </a:moveTo>
                <a:lnTo>
                  <a:pt x="3848210" y="0"/>
                </a:lnTo>
                <a:lnTo>
                  <a:pt x="3848210" y="5200283"/>
                </a:lnTo>
                <a:lnTo>
                  <a:pt x="0" y="5200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TextBox 12"/>
          <p:cNvSpPr txBox="1"/>
          <p:nvPr/>
        </p:nvSpPr>
        <p:spPr>
          <a:xfrm>
            <a:off x="3394412" y="939530"/>
            <a:ext cx="11499176" cy="392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Pues les tengo una noticia...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  <p:transition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8700" y="3911682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flipH="1">
            <a:off x="5219868" y="3911682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flipH="1">
            <a:off x="9413443" y="3911682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flipH="1">
            <a:off x="13611096" y="4051317"/>
            <a:ext cx="2263858" cy="2198523"/>
          </a:xfrm>
          <a:custGeom>
            <a:avLst/>
            <a:gdLst/>
            <a:ahLst/>
            <a:cxnLst/>
            <a:rect l="l" t="t" r="r" b="b"/>
            <a:pathLst>
              <a:path w="2263858" h="2198523">
                <a:moveTo>
                  <a:pt x="2263858" y="0"/>
                </a:moveTo>
                <a:lnTo>
                  <a:pt x="0" y="0"/>
                </a:lnTo>
                <a:lnTo>
                  <a:pt x="0" y="2198523"/>
                </a:lnTo>
                <a:lnTo>
                  <a:pt x="2263858" y="2198523"/>
                </a:lnTo>
                <a:lnTo>
                  <a:pt x="226385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 rot="2441020">
            <a:off x="3864698" y="4376931"/>
            <a:ext cx="888889" cy="941870"/>
          </a:xfrm>
          <a:custGeom>
            <a:avLst/>
            <a:gdLst/>
            <a:ahLst/>
            <a:cxnLst/>
            <a:rect l="l" t="t" r="r" b="b"/>
            <a:pathLst>
              <a:path w="888889" h="941870">
                <a:moveTo>
                  <a:pt x="0" y="0"/>
                </a:moveTo>
                <a:lnTo>
                  <a:pt x="888889" y="0"/>
                </a:lnTo>
                <a:lnTo>
                  <a:pt x="888889" y="941870"/>
                </a:lnTo>
                <a:lnTo>
                  <a:pt x="0" y="941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 rot="2441020">
            <a:off x="8000180" y="4317838"/>
            <a:ext cx="934090" cy="989765"/>
          </a:xfrm>
          <a:custGeom>
            <a:avLst/>
            <a:gdLst/>
            <a:ahLst/>
            <a:cxnLst/>
            <a:rect l="l" t="t" r="r" b="b"/>
            <a:pathLst>
              <a:path w="934090" h="989765">
                <a:moveTo>
                  <a:pt x="0" y="0"/>
                </a:moveTo>
                <a:lnTo>
                  <a:pt x="934090" y="0"/>
                </a:lnTo>
                <a:lnTo>
                  <a:pt x="934090" y="989765"/>
                </a:lnTo>
                <a:lnTo>
                  <a:pt x="0" y="9897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Freeform 8"/>
          <p:cNvSpPr/>
          <p:nvPr/>
        </p:nvSpPr>
        <p:spPr>
          <a:xfrm rot="2441020">
            <a:off x="12197747" y="4574065"/>
            <a:ext cx="956388" cy="1013391"/>
          </a:xfrm>
          <a:custGeom>
            <a:avLst/>
            <a:gdLst/>
            <a:ahLst/>
            <a:cxnLst/>
            <a:rect l="l" t="t" r="r" b="b"/>
            <a:pathLst>
              <a:path w="956388" h="1013391">
                <a:moveTo>
                  <a:pt x="0" y="0"/>
                </a:moveTo>
                <a:lnTo>
                  <a:pt x="956388" y="0"/>
                </a:lnTo>
                <a:lnTo>
                  <a:pt x="956388" y="1013392"/>
                </a:lnTo>
                <a:lnTo>
                  <a:pt x="0" y="10133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Freeform 9"/>
          <p:cNvSpPr/>
          <p:nvPr/>
        </p:nvSpPr>
        <p:spPr>
          <a:xfrm>
            <a:off x="12600290" y="-308101"/>
            <a:ext cx="2211234" cy="1854673"/>
          </a:xfrm>
          <a:custGeom>
            <a:avLst/>
            <a:gdLst/>
            <a:ahLst/>
            <a:cxnLst/>
            <a:rect l="l" t="t" r="r" b="b"/>
            <a:pathLst>
              <a:path w="2211234" h="1854673">
                <a:moveTo>
                  <a:pt x="0" y="0"/>
                </a:moveTo>
                <a:lnTo>
                  <a:pt x="2211234" y="0"/>
                </a:lnTo>
                <a:lnTo>
                  <a:pt x="2211234" y="1854673"/>
                </a:lnTo>
                <a:lnTo>
                  <a:pt x="0" y="18546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0" name="Freeform 10"/>
          <p:cNvSpPr/>
          <p:nvPr/>
        </p:nvSpPr>
        <p:spPr>
          <a:xfrm rot="-4089296">
            <a:off x="17195912" y="2529507"/>
            <a:ext cx="1732338" cy="1976991"/>
          </a:xfrm>
          <a:custGeom>
            <a:avLst/>
            <a:gdLst/>
            <a:ahLst/>
            <a:cxnLst/>
            <a:rect l="l" t="t" r="r" b="b"/>
            <a:pathLst>
              <a:path w="1732338" h="1976991">
                <a:moveTo>
                  <a:pt x="0" y="0"/>
                </a:moveTo>
                <a:lnTo>
                  <a:pt x="1732338" y="0"/>
                </a:lnTo>
                <a:lnTo>
                  <a:pt x="1732338" y="1976991"/>
                </a:lnTo>
                <a:lnTo>
                  <a:pt x="0" y="19769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Freeform 11"/>
          <p:cNvSpPr/>
          <p:nvPr/>
        </p:nvSpPr>
        <p:spPr>
          <a:xfrm>
            <a:off x="16397928" y="-651227"/>
            <a:ext cx="2248718" cy="2540924"/>
          </a:xfrm>
          <a:custGeom>
            <a:avLst/>
            <a:gdLst/>
            <a:ahLst/>
            <a:cxnLst/>
            <a:rect l="l" t="t" r="r" b="b"/>
            <a:pathLst>
              <a:path w="2248718" h="2540924">
                <a:moveTo>
                  <a:pt x="0" y="0"/>
                </a:moveTo>
                <a:lnTo>
                  <a:pt x="2248718" y="0"/>
                </a:lnTo>
                <a:lnTo>
                  <a:pt x="2248718" y="2540925"/>
                </a:lnTo>
                <a:lnTo>
                  <a:pt x="0" y="25409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/>
          <p:cNvSpPr/>
          <p:nvPr/>
        </p:nvSpPr>
        <p:spPr>
          <a:xfrm>
            <a:off x="16602525" y="9258300"/>
            <a:ext cx="1839524" cy="1317559"/>
          </a:xfrm>
          <a:custGeom>
            <a:avLst/>
            <a:gdLst/>
            <a:ahLst/>
            <a:cxnLst/>
            <a:rect l="l" t="t" r="r" b="b"/>
            <a:pathLst>
              <a:path w="1839524" h="1317559">
                <a:moveTo>
                  <a:pt x="0" y="0"/>
                </a:moveTo>
                <a:lnTo>
                  <a:pt x="1839524" y="0"/>
                </a:lnTo>
                <a:lnTo>
                  <a:pt x="1839524" y="1317559"/>
                </a:lnTo>
                <a:lnTo>
                  <a:pt x="0" y="1317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3" name="Freeform 13"/>
          <p:cNvSpPr/>
          <p:nvPr/>
        </p:nvSpPr>
        <p:spPr>
          <a:xfrm>
            <a:off x="-698958" y="8701405"/>
            <a:ext cx="3551759" cy="2526189"/>
          </a:xfrm>
          <a:custGeom>
            <a:avLst/>
            <a:gdLst/>
            <a:ahLst/>
            <a:cxnLst/>
            <a:rect l="l" t="t" r="r" b="b"/>
            <a:pathLst>
              <a:path w="3551759" h="2526189">
                <a:moveTo>
                  <a:pt x="0" y="0"/>
                </a:moveTo>
                <a:lnTo>
                  <a:pt x="3551760" y="0"/>
                </a:lnTo>
                <a:lnTo>
                  <a:pt x="3551760" y="2526189"/>
                </a:lnTo>
                <a:lnTo>
                  <a:pt x="0" y="25261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4" name="Freeform 14"/>
          <p:cNvSpPr/>
          <p:nvPr/>
        </p:nvSpPr>
        <p:spPr>
          <a:xfrm>
            <a:off x="9780646" y="4051317"/>
            <a:ext cx="1259390" cy="1972090"/>
          </a:xfrm>
          <a:custGeom>
            <a:avLst/>
            <a:gdLst/>
            <a:ahLst/>
            <a:cxnLst/>
            <a:rect l="l" t="t" r="r" b="b"/>
            <a:pathLst>
              <a:path w="1259390" h="1972090">
                <a:moveTo>
                  <a:pt x="0" y="0"/>
                </a:moveTo>
                <a:lnTo>
                  <a:pt x="1259390" y="0"/>
                </a:lnTo>
                <a:lnTo>
                  <a:pt x="1259390" y="1972091"/>
                </a:lnTo>
                <a:lnTo>
                  <a:pt x="0" y="19720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5" name="Freeform 15"/>
          <p:cNvSpPr/>
          <p:nvPr/>
        </p:nvSpPr>
        <p:spPr>
          <a:xfrm>
            <a:off x="1160439" y="4301898"/>
            <a:ext cx="2144165" cy="1763576"/>
          </a:xfrm>
          <a:custGeom>
            <a:avLst/>
            <a:gdLst/>
            <a:ahLst/>
            <a:cxnLst/>
            <a:rect l="l" t="t" r="r" b="b"/>
            <a:pathLst>
              <a:path w="2144165" h="1763576">
                <a:moveTo>
                  <a:pt x="0" y="0"/>
                </a:moveTo>
                <a:lnTo>
                  <a:pt x="2144165" y="0"/>
                </a:lnTo>
                <a:lnTo>
                  <a:pt x="2144165" y="1763576"/>
                </a:lnTo>
                <a:lnTo>
                  <a:pt x="0" y="176357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6" name="Freeform 16"/>
          <p:cNvSpPr/>
          <p:nvPr/>
        </p:nvSpPr>
        <p:spPr>
          <a:xfrm>
            <a:off x="5315765" y="4106708"/>
            <a:ext cx="2312760" cy="1916700"/>
          </a:xfrm>
          <a:custGeom>
            <a:avLst/>
            <a:gdLst/>
            <a:ahLst/>
            <a:cxnLst/>
            <a:rect l="l" t="t" r="r" b="b"/>
            <a:pathLst>
              <a:path w="2312760" h="1916700">
                <a:moveTo>
                  <a:pt x="0" y="0"/>
                </a:moveTo>
                <a:lnTo>
                  <a:pt x="2312760" y="0"/>
                </a:lnTo>
                <a:lnTo>
                  <a:pt x="2312760" y="1916700"/>
                </a:lnTo>
                <a:lnTo>
                  <a:pt x="0" y="191670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7" name="Freeform 17"/>
          <p:cNvSpPr/>
          <p:nvPr/>
        </p:nvSpPr>
        <p:spPr>
          <a:xfrm>
            <a:off x="13885194" y="4433239"/>
            <a:ext cx="1644814" cy="1500893"/>
          </a:xfrm>
          <a:custGeom>
            <a:avLst/>
            <a:gdLst/>
            <a:ahLst/>
            <a:cxnLst/>
            <a:rect l="l" t="t" r="r" b="b"/>
            <a:pathLst>
              <a:path w="1644814" h="1500893">
                <a:moveTo>
                  <a:pt x="0" y="0"/>
                </a:moveTo>
                <a:lnTo>
                  <a:pt x="1644815" y="0"/>
                </a:lnTo>
                <a:lnTo>
                  <a:pt x="1644815" y="1500893"/>
                </a:lnTo>
                <a:lnTo>
                  <a:pt x="0" y="150089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8" name="TextBox 18"/>
          <p:cNvSpPr txBox="1"/>
          <p:nvPr/>
        </p:nvSpPr>
        <p:spPr>
          <a:xfrm>
            <a:off x="1028700" y="1532433"/>
            <a:ext cx="8115300" cy="153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11499" spc="-586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Ejemplos: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5423" y="7883075"/>
            <a:ext cx="3648204" cy="7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spc="-27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Tarea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6591" y="7883075"/>
            <a:ext cx="3648204" cy="1384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spc="-27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Labores de la casa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20667" y="7873550"/>
            <a:ext cx="3648204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spc="-27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Juguetes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05907" y="7873550"/>
            <a:ext cx="3648204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spc="-27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Cartulina</a:t>
            </a:r>
          </a:p>
        </p:txBody>
      </p:sp>
    </p:spTree>
  </p:cSld>
  <p:clrMapOvr>
    <a:masterClrMapping/>
  </p:clrMapOvr>
  <p:transition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26628" y="-9816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1666047">
            <a:off x="15314300" y="915666"/>
            <a:ext cx="1372049" cy="1701766"/>
          </a:xfrm>
          <a:custGeom>
            <a:avLst/>
            <a:gdLst/>
            <a:ahLst/>
            <a:cxnLst/>
            <a:rect l="l" t="t" r="r" b="b"/>
            <a:pathLst>
              <a:path w="1372049" h="1701766">
                <a:moveTo>
                  <a:pt x="0" y="0"/>
                </a:moveTo>
                <a:lnTo>
                  <a:pt x="1372049" y="0"/>
                </a:lnTo>
                <a:lnTo>
                  <a:pt x="1372049" y="1701766"/>
                </a:lnTo>
                <a:lnTo>
                  <a:pt x="0" y="170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-475763" y="-258974"/>
            <a:ext cx="1507173" cy="1524322"/>
          </a:xfrm>
          <a:custGeom>
            <a:avLst/>
            <a:gdLst/>
            <a:ahLst/>
            <a:cxnLst/>
            <a:rect l="l" t="t" r="r" b="b"/>
            <a:pathLst>
              <a:path w="1507173" h="1524322">
                <a:moveTo>
                  <a:pt x="0" y="0"/>
                </a:moveTo>
                <a:lnTo>
                  <a:pt x="1507174" y="0"/>
                </a:lnTo>
                <a:lnTo>
                  <a:pt x="1507174" y="1524322"/>
                </a:lnTo>
                <a:lnTo>
                  <a:pt x="0" y="1524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4802079" y="9563100"/>
            <a:ext cx="2396490" cy="3238500"/>
          </a:xfrm>
          <a:custGeom>
            <a:avLst/>
            <a:gdLst/>
            <a:ahLst/>
            <a:cxnLst/>
            <a:rect l="l" t="t" r="r" b="b"/>
            <a:pathLst>
              <a:path w="2396490" h="3238500">
                <a:moveTo>
                  <a:pt x="0" y="0"/>
                </a:moveTo>
                <a:lnTo>
                  <a:pt x="2396490" y="0"/>
                </a:lnTo>
                <a:lnTo>
                  <a:pt x="239649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031411" y="694040"/>
            <a:ext cx="2475999" cy="2284109"/>
          </a:xfrm>
          <a:custGeom>
            <a:avLst/>
            <a:gdLst/>
            <a:ahLst/>
            <a:cxnLst/>
            <a:rect l="l" t="t" r="r" b="b"/>
            <a:pathLst>
              <a:path w="2475999" h="2284109">
                <a:moveTo>
                  <a:pt x="0" y="0"/>
                </a:moveTo>
                <a:lnTo>
                  <a:pt x="2475999" y="0"/>
                </a:lnTo>
                <a:lnTo>
                  <a:pt x="2475999" y="2284110"/>
                </a:lnTo>
                <a:lnTo>
                  <a:pt x="0" y="2284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10207256" y="4146698"/>
            <a:ext cx="3091243" cy="4114800"/>
          </a:xfrm>
          <a:custGeom>
            <a:avLst/>
            <a:gdLst/>
            <a:ahLst/>
            <a:cxnLst/>
            <a:rect l="l" t="t" r="r" b="b"/>
            <a:pathLst>
              <a:path w="3091243" h="4114800">
                <a:moveTo>
                  <a:pt x="0" y="0"/>
                </a:moveTo>
                <a:lnTo>
                  <a:pt x="3091243" y="0"/>
                </a:lnTo>
                <a:lnTo>
                  <a:pt x="3091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Freeform 8"/>
          <p:cNvSpPr/>
          <p:nvPr/>
        </p:nvSpPr>
        <p:spPr>
          <a:xfrm>
            <a:off x="4168572" y="4146698"/>
            <a:ext cx="3091243" cy="4114800"/>
          </a:xfrm>
          <a:custGeom>
            <a:avLst/>
            <a:gdLst/>
            <a:ahLst/>
            <a:cxnLst/>
            <a:rect l="l" t="t" r="r" b="b"/>
            <a:pathLst>
              <a:path w="3091243" h="4114800">
                <a:moveTo>
                  <a:pt x="0" y="0"/>
                </a:moveTo>
                <a:lnTo>
                  <a:pt x="3091244" y="0"/>
                </a:lnTo>
                <a:lnTo>
                  <a:pt x="30912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TextBox 9"/>
          <p:cNvSpPr txBox="1"/>
          <p:nvPr/>
        </p:nvSpPr>
        <p:spPr>
          <a:xfrm>
            <a:off x="3902758" y="1162050"/>
            <a:ext cx="10482483" cy="270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-356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¿Ustedes creen que haya manera de evitar el olvido en la IA?</a:t>
            </a:r>
          </a:p>
        </p:txBody>
      </p:sp>
    </p:spTree>
  </p:cSld>
  <p:clrMapOvr>
    <a:masterClrMapping/>
  </p:clrMapOvr>
  <p:transition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8" name="Group 8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75622" y="4849171"/>
            <a:ext cx="3536755" cy="4556206"/>
          </a:xfrm>
          <a:custGeom>
            <a:avLst/>
            <a:gdLst/>
            <a:ahLst/>
            <a:cxnLst/>
            <a:rect l="l" t="t" r="r" b="b"/>
            <a:pathLst>
              <a:path w="3536755" h="4556206">
                <a:moveTo>
                  <a:pt x="0" y="0"/>
                </a:moveTo>
                <a:lnTo>
                  <a:pt x="3536756" y="0"/>
                </a:lnTo>
                <a:lnTo>
                  <a:pt x="3536756" y="4556207"/>
                </a:lnTo>
                <a:lnTo>
                  <a:pt x="0" y="45562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TextBox 12"/>
          <p:cNvSpPr txBox="1"/>
          <p:nvPr/>
        </p:nvSpPr>
        <p:spPr>
          <a:xfrm>
            <a:off x="3394412" y="939530"/>
            <a:ext cx="11499176" cy="392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Pues les tengo una noticia...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  <p:transition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922" y="1504950"/>
            <a:ext cx="2377378" cy="1949450"/>
          </a:xfrm>
          <a:custGeom>
            <a:avLst/>
            <a:gdLst/>
            <a:ahLst/>
            <a:cxnLst/>
            <a:rect l="l" t="t" r="r" b="b"/>
            <a:pathLst>
              <a:path w="2377378" h="1949450">
                <a:moveTo>
                  <a:pt x="0" y="0"/>
                </a:moveTo>
                <a:lnTo>
                  <a:pt x="2377378" y="0"/>
                </a:lnTo>
                <a:lnTo>
                  <a:pt x="2377378" y="1949450"/>
                </a:lnTo>
                <a:lnTo>
                  <a:pt x="0" y="194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14426628" y="-9816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1666047">
            <a:off x="15314300" y="915666"/>
            <a:ext cx="1372049" cy="1701766"/>
          </a:xfrm>
          <a:custGeom>
            <a:avLst/>
            <a:gdLst/>
            <a:ahLst/>
            <a:cxnLst/>
            <a:rect l="l" t="t" r="r" b="b"/>
            <a:pathLst>
              <a:path w="1372049" h="1701766">
                <a:moveTo>
                  <a:pt x="0" y="0"/>
                </a:moveTo>
                <a:lnTo>
                  <a:pt x="1372049" y="0"/>
                </a:lnTo>
                <a:lnTo>
                  <a:pt x="1372049" y="1701766"/>
                </a:lnTo>
                <a:lnTo>
                  <a:pt x="0" y="1701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-475763" y="-258974"/>
            <a:ext cx="1507173" cy="1524322"/>
          </a:xfrm>
          <a:custGeom>
            <a:avLst/>
            <a:gdLst/>
            <a:ahLst/>
            <a:cxnLst/>
            <a:rect l="l" t="t" r="r" b="b"/>
            <a:pathLst>
              <a:path w="1507173" h="1524322">
                <a:moveTo>
                  <a:pt x="0" y="0"/>
                </a:moveTo>
                <a:lnTo>
                  <a:pt x="1507174" y="0"/>
                </a:lnTo>
                <a:lnTo>
                  <a:pt x="1507174" y="1524322"/>
                </a:lnTo>
                <a:lnTo>
                  <a:pt x="0" y="15243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4802079" y="9563100"/>
            <a:ext cx="2396490" cy="3238500"/>
          </a:xfrm>
          <a:custGeom>
            <a:avLst/>
            <a:gdLst/>
            <a:ahLst/>
            <a:cxnLst/>
            <a:rect l="l" t="t" r="r" b="b"/>
            <a:pathLst>
              <a:path w="2396490" h="3238500">
                <a:moveTo>
                  <a:pt x="0" y="0"/>
                </a:moveTo>
                <a:lnTo>
                  <a:pt x="2396490" y="0"/>
                </a:lnTo>
                <a:lnTo>
                  <a:pt x="239649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6826134" y="3957894"/>
            <a:ext cx="4382907" cy="4339078"/>
          </a:xfrm>
          <a:custGeom>
            <a:avLst/>
            <a:gdLst/>
            <a:ahLst/>
            <a:cxnLst/>
            <a:rect l="l" t="t" r="r" b="b"/>
            <a:pathLst>
              <a:path w="4382907" h="4339078">
                <a:moveTo>
                  <a:pt x="0" y="0"/>
                </a:moveTo>
                <a:lnTo>
                  <a:pt x="4382906" y="0"/>
                </a:lnTo>
                <a:lnTo>
                  <a:pt x="4382906" y="4339078"/>
                </a:lnTo>
                <a:lnTo>
                  <a:pt x="0" y="43390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TextBox 8"/>
          <p:cNvSpPr txBox="1"/>
          <p:nvPr/>
        </p:nvSpPr>
        <p:spPr>
          <a:xfrm>
            <a:off x="3902758" y="1162050"/>
            <a:ext cx="10482483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 spc="-356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Aquí entra el Aprendizaje Incremental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0929" y="3217752"/>
            <a:ext cx="7071001" cy="2585285"/>
            <a:chOff x="0" y="0"/>
            <a:chExt cx="9428001" cy="3447046"/>
          </a:xfrm>
        </p:grpSpPr>
        <p:grpSp>
          <p:nvGrpSpPr>
            <p:cNvPr id="10" name="Group 10"/>
            <p:cNvGrpSpPr/>
            <p:nvPr/>
          </p:nvGrpSpPr>
          <p:grpSpPr>
            <a:xfrm rot="-607685">
              <a:off x="90600" y="798609"/>
              <a:ext cx="9246802" cy="1849828"/>
              <a:chOff x="0" y="0"/>
              <a:chExt cx="1430310" cy="2861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30310" cy="286134"/>
              </a:xfrm>
              <a:custGeom>
                <a:avLst/>
                <a:gdLst/>
                <a:ahLst/>
                <a:cxnLst/>
                <a:rect l="l" t="t" r="r" b="b"/>
                <a:pathLst>
                  <a:path w="1430310" h="286134">
                    <a:moveTo>
                      <a:pt x="136856" y="0"/>
                    </a:moveTo>
                    <a:lnTo>
                      <a:pt x="1293455" y="0"/>
                    </a:lnTo>
                    <a:cubicBezTo>
                      <a:pt x="1329751" y="0"/>
                      <a:pt x="1364561" y="14419"/>
                      <a:pt x="1390226" y="40084"/>
                    </a:cubicBezTo>
                    <a:cubicBezTo>
                      <a:pt x="1415892" y="65750"/>
                      <a:pt x="1430310" y="100559"/>
                      <a:pt x="1430310" y="136856"/>
                    </a:cubicBezTo>
                    <a:lnTo>
                      <a:pt x="1430310" y="149279"/>
                    </a:lnTo>
                    <a:cubicBezTo>
                      <a:pt x="1430310" y="185575"/>
                      <a:pt x="1415892" y="220385"/>
                      <a:pt x="1390226" y="246050"/>
                    </a:cubicBezTo>
                    <a:cubicBezTo>
                      <a:pt x="1364561" y="271716"/>
                      <a:pt x="1329751" y="286134"/>
                      <a:pt x="1293455" y="286134"/>
                    </a:cubicBezTo>
                    <a:lnTo>
                      <a:pt x="136856" y="286134"/>
                    </a:lnTo>
                    <a:cubicBezTo>
                      <a:pt x="61272" y="286134"/>
                      <a:pt x="0" y="224862"/>
                      <a:pt x="0" y="149279"/>
                    </a:cubicBezTo>
                    <a:lnTo>
                      <a:pt x="0" y="136856"/>
                    </a:lnTo>
                    <a:cubicBezTo>
                      <a:pt x="0" y="100559"/>
                      <a:pt x="14419" y="65750"/>
                      <a:pt x="40084" y="40084"/>
                    </a:cubicBezTo>
                    <a:cubicBezTo>
                      <a:pt x="65750" y="14419"/>
                      <a:pt x="100559" y="0"/>
                      <a:pt x="136856" y="0"/>
                    </a:cubicBezTo>
                    <a:close/>
                  </a:path>
                </a:pathLst>
              </a:custGeom>
              <a:solidFill>
                <a:srgbClr val="FEC34A"/>
              </a:solidFill>
            </p:spPr>
            <p:txBody>
              <a:bodyPr/>
              <a:lstStyle/>
              <a:p>
                <a:endParaRPr lang="en-MX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30310" cy="324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 rot="-607685">
              <a:off x="737639" y="1342513"/>
              <a:ext cx="8169752" cy="8006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41"/>
                </a:lnSpc>
              </a:pPr>
              <a:r>
                <a:rPr lang="en-US" sz="4341" spc="-221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¿Lo han escuchado?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01862" y="5718455"/>
            <a:ext cx="6800433" cy="3334422"/>
            <a:chOff x="0" y="0"/>
            <a:chExt cx="9067244" cy="4445896"/>
          </a:xfrm>
        </p:grpSpPr>
        <p:grpSp>
          <p:nvGrpSpPr>
            <p:cNvPr id="15" name="Group 15"/>
            <p:cNvGrpSpPr/>
            <p:nvPr/>
          </p:nvGrpSpPr>
          <p:grpSpPr>
            <a:xfrm rot="1070427">
              <a:off x="59074" y="1327812"/>
              <a:ext cx="8949096" cy="1790272"/>
              <a:chOff x="0" y="0"/>
              <a:chExt cx="1430310" cy="28613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30310" cy="286134"/>
              </a:xfrm>
              <a:custGeom>
                <a:avLst/>
                <a:gdLst/>
                <a:ahLst/>
                <a:cxnLst/>
                <a:rect l="l" t="t" r="r" b="b"/>
                <a:pathLst>
                  <a:path w="1430310" h="286134">
                    <a:moveTo>
                      <a:pt x="136856" y="0"/>
                    </a:moveTo>
                    <a:lnTo>
                      <a:pt x="1293455" y="0"/>
                    </a:lnTo>
                    <a:cubicBezTo>
                      <a:pt x="1329751" y="0"/>
                      <a:pt x="1364561" y="14419"/>
                      <a:pt x="1390226" y="40084"/>
                    </a:cubicBezTo>
                    <a:cubicBezTo>
                      <a:pt x="1415892" y="65750"/>
                      <a:pt x="1430310" y="100559"/>
                      <a:pt x="1430310" y="136856"/>
                    </a:cubicBezTo>
                    <a:lnTo>
                      <a:pt x="1430310" y="149279"/>
                    </a:lnTo>
                    <a:cubicBezTo>
                      <a:pt x="1430310" y="185575"/>
                      <a:pt x="1415892" y="220385"/>
                      <a:pt x="1390226" y="246050"/>
                    </a:cubicBezTo>
                    <a:cubicBezTo>
                      <a:pt x="1364561" y="271716"/>
                      <a:pt x="1329751" y="286134"/>
                      <a:pt x="1293455" y="286134"/>
                    </a:cubicBezTo>
                    <a:lnTo>
                      <a:pt x="136856" y="286134"/>
                    </a:lnTo>
                    <a:cubicBezTo>
                      <a:pt x="61272" y="286134"/>
                      <a:pt x="0" y="224862"/>
                      <a:pt x="0" y="149279"/>
                    </a:cubicBezTo>
                    <a:lnTo>
                      <a:pt x="0" y="136856"/>
                    </a:lnTo>
                    <a:cubicBezTo>
                      <a:pt x="0" y="100559"/>
                      <a:pt x="14419" y="65750"/>
                      <a:pt x="40084" y="40084"/>
                    </a:cubicBezTo>
                    <a:cubicBezTo>
                      <a:pt x="65750" y="14419"/>
                      <a:pt x="100559" y="0"/>
                      <a:pt x="136856" y="0"/>
                    </a:cubicBezTo>
                    <a:close/>
                  </a:path>
                </a:pathLst>
              </a:custGeom>
              <a:solidFill>
                <a:srgbClr val="DBD635"/>
              </a:solidFill>
            </p:spPr>
            <p:txBody>
              <a:bodyPr/>
              <a:lstStyle/>
              <a:p>
                <a:endParaRPr lang="en-MX" dirty="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430310" cy="324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1070427">
              <a:off x="662412" y="1912965"/>
              <a:ext cx="7906722" cy="762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2"/>
                </a:lnSpc>
              </a:pPr>
              <a:r>
                <a:rPr lang="en-US" sz="4202" spc="-214" dirty="0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¿A </a:t>
              </a:r>
              <a:r>
                <a:rPr lang="en-US" sz="4202" spc="-214" dirty="0" err="1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qué</a:t>
              </a:r>
              <a:r>
                <a:rPr lang="en-US" sz="4202" spc="-214" dirty="0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 les </a:t>
              </a:r>
              <a:r>
                <a:rPr lang="en-US" sz="4202" spc="-214" dirty="0" err="1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suena</a:t>
              </a:r>
              <a:r>
                <a:rPr lang="en-US" sz="4202" spc="-214" dirty="0">
                  <a:solidFill>
                    <a:srgbClr val="301C16"/>
                  </a:solidFill>
                  <a:latin typeface="Baloo Bhaijaan"/>
                  <a:ea typeface="Baloo Bhaijaan"/>
                  <a:cs typeface="Baloo Bhaijaan"/>
                  <a:sym typeface="Baloo Bhaijaan"/>
                </a:rPr>
                <a:t>?</a:t>
              </a:r>
            </a:p>
          </p:txBody>
        </p:sp>
      </p:grpSp>
    </p:spTree>
  </p:cSld>
  <p:clrMapOvr>
    <a:masterClrMapping/>
  </p:clrMapOvr>
  <p:transition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00290" y="-308101"/>
            <a:ext cx="2211234" cy="1854673"/>
          </a:xfrm>
          <a:custGeom>
            <a:avLst/>
            <a:gdLst/>
            <a:ahLst/>
            <a:cxnLst/>
            <a:rect l="l" t="t" r="r" b="b"/>
            <a:pathLst>
              <a:path w="2211234" h="1854673">
                <a:moveTo>
                  <a:pt x="0" y="0"/>
                </a:moveTo>
                <a:lnTo>
                  <a:pt x="2211234" y="0"/>
                </a:lnTo>
                <a:lnTo>
                  <a:pt x="2211234" y="1854673"/>
                </a:lnTo>
                <a:lnTo>
                  <a:pt x="0" y="185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-4089296">
            <a:off x="17195912" y="2529507"/>
            <a:ext cx="1732338" cy="1976991"/>
          </a:xfrm>
          <a:custGeom>
            <a:avLst/>
            <a:gdLst/>
            <a:ahLst/>
            <a:cxnLst/>
            <a:rect l="l" t="t" r="r" b="b"/>
            <a:pathLst>
              <a:path w="1732338" h="1976991">
                <a:moveTo>
                  <a:pt x="0" y="0"/>
                </a:moveTo>
                <a:lnTo>
                  <a:pt x="1732338" y="0"/>
                </a:lnTo>
                <a:lnTo>
                  <a:pt x="1732338" y="1976991"/>
                </a:lnTo>
                <a:lnTo>
                  <a:pt x="0" y="197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16397928" y="-651227"/>
            <a:ext cx="2248718" cy="2540924"/>
          </a:xfrm>
          <a:custGeom>
            <a:avLst/>
            <a:gdLst/>
            <a:ahLst/>
            <a:cxnLst/>
            <a:rect l="l" t="t" r="r" b="b"/>
            <a:pathLst>
              <a:path w="2248718" h="2540924">
                <a:moveTo>
                  <a:pt x="0" y="0"/>
                </a:moveTo>
                <a:lnTo>
                  <a:pt x="2248718" y="0"/>
                </a:lnTo>
                <a:lnTo>
                  <a:pt x="2248718" y="2540925"/>
                </a:lnTo>
                <a:lnTo>
                  <a:pt x="0" y="2540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6602525" y="9258300"/>
            <a:ext cx="1839524" cy="1317559"/>
          </a:xfrm>
          <a:custGeom>
            <a:avLst/>
            <a:gdLst/>
            <a:ahLst/>
            <a:cxnLst/>
            <a:rect l="l" t="t" r="r" b="b"/>
            <a:pathLst>
              <a:path w="1839524" h="1317559">
                <a:moveTo>
                  <a:pt x="0" y="0"/>
                </a:moveTo>
                <a:lnTo>
                  <a:pt x="1839524" y="0"/>
                </a:lnTo>
                <a:lnTo>
                  <a:pt x="1839524" y="1317559"/>
                </a:lnTo>
                <a:lnTo>
                  <a:pt x="0" y="1317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-698958" y="8701405"/>
            <a:ext cx="3551759" cy="2526189"/>
          </a:xfrm>
          <a:custGeom>
            <a:avLst/>
            <a:gdLst/>
            <a:ahLst/>
            <a:cxnLst/>
            <a:rect l="l" t="t" r="r" b="b"/>
            <a:pathLst>
              <a:path w="3551759" h="2526189">
                <a:moveTo>
                  <a:pt x="0" y="0"/>
                </a:moveTo>
                <a:lnTo>
                  <a:pt x="3551760" y="0"/>
                </a:lnTo>
                <a:lnTo>
                  <a:pt x="3551760" y="2526189"/>
                </a:lnTo>
                <a:lnTo>
                  <a:pt x="0" y="2526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2228828" y="4586585"/>
            <a:ext cx="3585542" cy="4671715"/>
          </a:xfrm>
          <a:custGeom>
            <a:avLst/>
            <a:gdLst/>
            <a:ahLst/>
            <a:cxnLst/>
            <a:rect l="l" t="t" r="r" b="b"/>
            <a:pathLst>
              <a:path w="3585542" h="4671715">
                <a:moveTo>
                  <a:pt x="0" y="0"/>
                </a:moveTo>
                <a:lnTo>
                  <a:pt x="3585542" y="0"/>
                </a:lnTo>
                <a:lnTo>
                  <a:pt x="3585542" y="4671715"/>
                </a:lnTo>
                <a:lnTo>
                  <a:pt x="0" y="46717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Freeform 8"/>
          <p:cNvSpPr/>
          <p:nvPr/>
        </p:nvSpPr>
        <p:spPr>
          <a:xfrm>
            <a:off x="6416746" y="4689792"/>
            <a:ext cx="4104513" cy="4114800"/>
          </a:xfrm>
          <a:custGeom>
            <a:avLst/>
            <a:gdLst/>
            <a:ahLst/>
            <a:cxnLst/>
            <a:rect l="l" t="t" r="r" b="b"/>
            <a:pathLst>
              <a:path w="4104513" h="4114800">
                <a:moveTo>
                  <a:pt x="0" y="0"/>
                </a:moveTo>
                <a:lnTo>
                  <a:pt x="4104513" y="0"/>
                </a:lnTo>
                <a:lnTo>
                  <a:pt x="41045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Freeform 9"/>
          <p:cNvSpPr/>
          <p:nvPr/>
        </p:nvSpPr>
        <p:spPr>
          <a:xfrm>
            <a:off x="13526907" y="322500"/>
            <a:ext cx="5742043" cy="9964500"/>
          </a:xfrm>
          <a:custGeom>
            <a:avLst/>
            <a:gdLst/>
            <a:ahLst/>
            <a:cxnLst/>
            <a:rect l="l" t="t" r="r" b="b"/>
            <a:pathLst>
              <a:path w="5742043" h="9964500">
                <a:moveTo>
                  <a:pt x="0" y="0"/>
                </a:moveTo>
                <a:lnTo>
                  <a:pt x="5742043" y="0"/>
                </a:lnTo>
                <a:lnTo>
                  <a:pt x="5742043" y="9964500"/>
                </a:lnTo>
                <a:lnTo>
                  <a:pt x="0" y="99645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0" name="Freeform 10"/>
          <p:cNvSpPr/>
          <p:nvPr/>
        </p:nvSpPr>
        <p:spPr>
          <a:xfrm>
            <a:off x="11123634" y="4399221"/>
            <a:ext cx="3687890" cy="4114800"/>
          </a:xfrm>
          <a:custGeom>
            <a:avLst/>
            <a:gdLst/>
            <a:ahLst/>
            <a:cxnLst/>
            <a:rect l="l" t="t" r="r" b="b"/>
            <a:pathLst>
              <a:path w="3687890" h="4114800">
                <a:moveTo>
                  <a:pt x="0" y="0"/>
                </a:moveTo>
                <a:lnTo>
                  <a:pt x="3687890" y="0"/>
                </a:lnTo>
                <a:lnTo>
                  <a:pt x="36878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TextBox 11"/>
          <p:cNvSpPr txBox="1"/>
          <p:nvPr/>
        </p:nvSpPr>
        <p:spPr>
          <a:xfrm>
            <a:off x="1028700" y="1484808"/>
            <a:ext cx="11571590" cy="221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sz="8599" spc="-438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¿Qué es el Aprendizaje Incremental?</a:t>
            </a:r>
          </a:p>
        </p:txBody>
      </p:sp>
    </p:spTree>
  </p:cSld>
  <p:clrMapOvr>
    <a:masterClrMapping/>
  </p:clrMapOvr>
  <p:transition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9852" y="4665309"/>
            <a:ext cx="9738445" cy="5879586"/>
          </a:xfrm>
          <a:custGeom>
            <a:avLst/>
            <a:gdLst/>
            <a:ahLst/>
            <a:cxnLst/>
            <a:rect l="l" t="t" r="r" b="b"/>
            <a:pathLst>
              <a:path w="9738445" h="5879586">
                <a:moveTo>
                  <a:pt x="0" y="0"/>
                </a:moveTo>
                <a:lnTo>
                  <a:pt x="9738445" y="0"/>
                </a:lnTo>
                <a:lnTo>
                  <a:pt x="9738445" y="5879586"/>
                </a:lnTo>
                <a:lnTo>
                  <a:pt x="0" y="587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>
            <a:off x="16530572" y="7739380"/>
            <a:ext cx="2134483" cy="2949199"/>
          </a:xfrm>
          <a:custGeom>
            <a:avLst/>
            <a:gdLst/>
            <a:ahLst/>
            <a:cxnLst/>
            <a:rect l="l" t="t" r="r" b="b"/>
            <a:pathLst>
              <a:path w="2134483" h="2949199">
                <a:moveTo>
                  <a:pt x="0" y="0"/>
                </a:moveTo>
                <a:lnTo>
                  <a:pt x="2134483" y="0"/>
                </a:lnTo>
                <a:lnTo>
                  <a:pt x="2134483" y="2949199"/>
                </a:lnTo>
                <a:lnTo>
                  <a:pt x="0" y="2949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 rot="-906898">
            <a:off x="-504383" y="7275635"/>
            <a:ext cx="2408470" cy="3153480"/>
          </a:xfrm>
          <a:custGeom>
            <a:avLst/>
            <a:gdLst/>
            <a:ahLst/>
            <a:cxnLst/>
            <a:rect l="l" t="t" r="r" b="b"/>
            <a:pathLst>
              <a:path w="2408470" h="3153480">
                <a:moveTo>
                  <a:pt x="0" y="0"/>
                </a:moveTo>
                <a:lnTo>
                  <a:pt x="2408470" y="0"/>
                </a:lnTo>
                <a:lnTo>
                  <a:pt x="2408470" y="3153480"/>
                </a:lnTo>
                <a:lnTo>
                  <a:pt x="0" y="31534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1054353" y="816148"/>
            <a:ext cx="6204947" cy="6923232"/>
          </a:xfrm>
          <a:custGeom>
            <a:avLst/>
            <a:gdLst/>
            <a:ahLst/>
            <a:cxnLst/>
            <a:rect l="l" t="t" r="r" b="b"/>
            <a:pathLst>
              <a:path w="6204947" h="6923232">
                <a:moveTo>
                  <a:pt x="0" y="0"/>
                </a:moveTo>
                <a:lnTo>
                  <a:pt x="6204947" y="0"/>
                </a:lnTo>
                <a:lnTo>
                  <a:pt x="6204947" y="6923232"/>
                </a:lnTo>
                <a:lnTo>
                  <a:pt x="0" y="69232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785607" y="5534557"/>
            <a:ext cx="7566935" cy="3679422"/>
          </a:xfrm>
          <a:custGeom>
            <a:avLst/>
            <a:gdLst/>
            <a:ahLst/>
            <a:cxnLst/>
            <a:rect l="l" t="t" r="r" b="b"/>
            <a:pathLst>
              <a:path w="7566935" h="3679422">
                <a:moveTo>
                  <a:pt x="0" y="0"/>
                </a:moveTo>
                <a:lnTo>
                  <a:pt x="7566935" y="0"/>
                </a:lnTo>
                <a:lnTo>
                  <a:pt x="7566935" y="3679423"/>
                </a:lnTo>
                <a:lnTo>
                  <a:pt x="0" y="36794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TextBox 7"/>
          <p:cNvSpPr txBox="1"/>
          <p:nvPr/>
        </p:nvSpPr>
        <p:spPr>
          <a:xfrm>
            <a:off x="1028700" y="660768"/>
            <a:ext cx="8544684" cy="188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sz="14299" spc="-729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Ejemplo: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9050" y="2540696"/>
            <a:ext cx="8423985" cy="154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5999" spc="-305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Veamos esta IA que detectará tus emociones </a:t>
            </a:r>
          </a:p>
        </p:txBody>
      </p:sp>
    </p:spTree>
  </p:cSld>
  <p:clrMapOvr>
    <a:masterClrMapping/>
  </p:clrMapOvr>
  <p:transition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00290" y="-308101"/>
            <a:ext cx="2211234" cy="1854673"/>
          </a:xfrm>
          <a:custGeom>
            <a:avLst/>
            <a:gdLst/>
            <a:ahLst/>
            <a:cxnLst/>
            <a:rect l="l" t="t" r="r" b="b"/>
            <a:pathLst>
              <a:path w="2211234" h="1854673">
                <a:moveTo>
                  <a:pt x="0" y="0"/>
                </a:moveTo>
                <a:lnTo>
                  <a:pt x="2211234" y="0"/>
                </a:lnTo>
                <a:lnTo>
                  <a:pt x="2211234" y="1854673"/>
                </a:lnTo>
                <a:lnTo>
                  <a:pt x="0" y="185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-4089296">
            <a:off x="17195912" y="2529507"/>
            <a:ext cx="1732338" cy="1976991"/>
          </a:xfrm>
          <a:custGeom>
            <a:avLst/>
            <a:gdLst/>
            <a:ahLst/>
            <a:cxnLst/>
            <a:rect l="l" t="t" r="r" b="b"/>
            <a:pathLst>
              <a:path w="1732338" h="1976991">
                <a:moveTo>
                  <a:pt x="0" y="0"/>
                </a:moveTo>
                <a:lnTo>
                  <a:pt x="1732338" y="0"/>
                </a:lnTo>
                <a:lnTo>
                  <a:pt x="1732338" y="1976991"/>
                </a:lnTo>
                <a:lnTo>
                  <a:pt x="0" y="197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16397928" y="-651227"/>
            <a:ext cx="2248718" cy="2540924"/>
          </a:xfrm>
          <a:custGeom>
            <a:avLst/>
            <a:gdLst/>
            <a:ahLst/>
            <a:cxnLst/>
            <a:rect l="l" t="t" r="r" b="b"/>
            <a:pathLst>
              <a:path w="2248718" h="2540924">
                <a:moveTo>
                  <a:pt x="0" y="0"/>
                </a:moveTo>
                <a:lnTo>
                  <a:pt x="2248718" y="0"/>
                </a:lnTo>
                <a:lnTo>
                  <a:pt x="2248718" y="2540925"/>
                </a:lnTo>
                <a:lnTo>
                  <a:pt x="0" y="2540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>
            <a:off x="16602525" y="9258300"/>
            <a:ext cx="1839524" cy="1317559"/>
          </a:xfrm>
          <a:custGeom>
            <a:avLst/>
            <a:gdLst/>
            <a:ahLst/>
            <a:cxnLst/>
            <a:rect l="l" t="t" r="r" b="b"/>
            <a:pathLst>
              <a:path w="1839524" h="1317559">
                <a:moveTo>
                  <a:pt x="0" y="0"/>
                </a:moveTo>
                <a:lnTo>
                  <a:pt x="1839524" y="0"/>
                </a:lnTo>
                <a:lnTo>
                  <a:pt x="1839524" y="1317559"/>
                </a:lnTo>
                <a:lnTo>
                  <a:pt x="0" y="13175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-698958" y="8701405"/>
            <a:ext cx="3551759" cy="2526189"/>
          </a:xfrm>
          <a:custGeom>
            <a:avLst/>
            <a:gdLst/>
            <a:ahLst/>
            <a:cxnLst/>
            <a:rect l="l" t="t" r="r" b="b"/>
            <a:pathLst>
              <a:path w="3551759" h="2526189">
                <a:moveTo>
                  <a:pt x="0" y="0"/>
                </a:moveTo>
                <a:lnTo>
                  <a:pt x="3551760" y="0"/>
                </a:lnTo>
                <a:lnTo>
                  <a:pt x="3551760" y="2526189"/>
                </a:lnTo>
                <a:lnTo>
                  <a:pt x="0" y="2526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1076922" y="3518003"/>
            <a:ext cx="4172167" cy="4114800"/>
          </a:xfrm>
          <a:custGeom>
            <a:avLst/>
            <a:gdLst/>
            <a:ahLst/>
            <a:cxnLst/>
            <a:rect l="l" t="t" r="r" b="b"/>
            <a:pathLst>
              <a:path w="4172167" h="4114800">
                <a:moveTo>
                  <a:pt x="0" y="0"/>
                </a:moveTo>
                <a:lnTo>
                  <a:pt x="4172167" y="0"/>
                </a:lnTo>
                <a:lnTo>
                  <a:pt x="41721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8" name="Freeform 8"/>
          <p:cNvSpPr/>
          <p:nvPr/>
        </p:nvSpPr>
        <p:spPr>
          <a:xfrm>
            <a:off x="10029835" y="2978782"/>
            <a:ext cx="6792431" cy="5722623"/>
          </a:xfrm>
          <a:custGeom>
            <a:avLst/>
            <a:gdLst/>
            <a:ahLst/>
            <a:cxnLst/>
            <a:rect l="l" t="t" r="r" b="b"/>
            <a:pathLst>
              <a:path w="6792431" h="5722623">
                <a:moveTo>
                  <a:pt x="0" y="0"/>
                </a:moveTo>
                <a:lnTo>
                  <a:pt x="6792431" y="0"/>
                </a:lnTo>
                <a:lnTo>
                  <a:pt x="6792431" y="5722623"/>
                </a:lnTo>
                <a:lnTo>
                  <a:pt x="0" y="57226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TextBox 9"/>
          <p:cNvSpPr txBox="1"/>
          <p:nvPr/>
        </p:nvSpPr>
        <p:spPr>
          <a:xfrm>
            <a:off x="1028700" y="1484808"/>
            <a:ext cx="11571590" cy="113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sz="8599" spc="-438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¿Cómo funciona?</a:t>
            </a:r>
          </a:p>
        </p:txBody>
      </p:sp>
    </p:spTree>
  </p:cSld>
  <p:clrMapOvr>
    <a:masterClrMapping/>
  </p:clrMapOvr>
  <p:transition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C8B06-E382-C858-8393-92DF0A51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D8DA07-C689-ED7F-5220-19B60704D4FA}"/>
              </a:ext>
            </a:extLst>
          </p:cNvPr>
          <p:cNvSpPr/>
          <p:nvPr/>
        </p:nvSpPr>
        <p:spPr>
          <a:xfrm flipH="1">
            <a:off x="1028700" y="3911682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0A62B92-2B28-AD18-C3F6-516C095942ED}"/>
              </a:ext>
            </a:extLst>
          </p:cNvPr>
          <p:cNvSpPr/>
          <p:nvPr/>
        </p:nvSpPr>
        <p:spPr>
          <a:xfrm flipH="1">
            <a:off x="6792679" y="3807206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8340DA5-3938-FB5C-22F3-7616E9051B93}"/>
              </a:ext>
            </a:extLst>
          </p:cNvPr>
          <p:cNvSpPr/>
          <p:nvPr/>
        </p:nvSpPr>
        <p:spPr>
          <a:xfrm flipH="1">
            <a:off x="12382221" y="3668287"/>
            <a:ext cx="2407643" cy="2338158"/>
          </a:xfrm>
          <a:custGeom>
            <a:avLst/>
            <a:gdLst/>
            <a:ahLst/>
            <a:cxnLst/>
            <a:rect l="l" t="t" r="r" b="b"/>
            <a:pathLst>
              <a:path w="2407643" h="2338158">
                <a:moveTo>
                  <a:pt x="2407643" y="0"/>
                </a:moveTo>
                <a:lnTo>
                  <a:pt x="0" y="0"/>
                </a:lnTo>
                <a:lnTo>
                  <a:pt x="0" y="2338158"/>
                </a:lnTo>
                <a:lnTo>
                  <a:pt x="2407643" y="2338158"/>
                </a:lnTo>
                <a:lnTo>
                  <a:pt x="24076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934061" b="-329909"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C0D29C5-4AF7-72CD-E082-3CD3B9E1A5AA}"/>
              </a:ext>
            </a:extLst>
          </p:cNvPr>
          <p:cNvSpPr/>
          <p:nvPr/>
        </p:nvSpPr>
        <p:spPr>
          <a:xfrm rot="2441020">
            <a:off x="4546990" y="4409822"/>
            <a:ext cx="888889" cy="941870"/>
          </a:xfrm>
          <a:custGeom>
            <a:avLst/>
            <a:gdLst/>
            <a:ahLst/>
            <a:cxnLst/>
            <a:rect l="l" t="t" r="r" b="b"/>
            <a:pathLst>
              <a:path w="888889" h="941870">
                <a:moveTo>
                  <a:pt x="0" y="0"/>
                </a:moveTo>
                <a:lnTo>
                  <a:pt x="888889" y="0"/>
                </a:lnTo>
                <a:lnTo>
                  <a:pt x="888889" y="941870"/>
                </a:lnTo>
                <a:lnTo>
                  <a:pt x="0" y="941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 dirty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BCA21D3-983C-B062-8124-ADDCBE5A3579}"/>
              </a:ext>
            </a:extLst>
          </p:cNvPr>
          <p:cNvSpPr/>
          <p:nvPr/>
        </p:nvSpPr>
        <p:spPr>
          <a:xfrm rot="2441020">
            <a:off x="10730947" y="4385874"/>
            <a:ext cx="934090" cy="989765"/>
          </a:xfrm>
          <a:custGeom>
            <a:avLst/>
            <a:gdLst/>
            <a:ahLst/>
            <a:cxnLst/>
            <a:rect l="l" t="t" r="r" b="b"/>
            <a:pathLst>
              <a:path w="934090" h="989765">
                <a:moveTo>
                  <a:pt x="0" y="0"/>
                </a:moveTo>
                <a:lnTo>
                  <a:pt x="934090" y="0"/>
                </a:lnTo>
                <a:lnTo>
                  <a:pt x="934090" y="989765"/>
                </a:lnTo>
                <a:lnTo>
                  <a:pt x="0" y="9897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5CD997F-F35F-F769-2D52-D2845BE00FF2}"/>
              </a:ext>
            </a:extLst>
          </p:cNvPr>
          <p:cNvSpPr/>
          <p:nvPr/>
        </p:nvSpPr>
        <p:spPr>
          <a:xfrm>
            <a:off x="12600290" y="-308101"/>
            <a:ext cx="2211234" cy="1854673"/>
          </a:xfrm>
          <a:custGeom>
            <a:avLst/>
            <a:gdLst/>
            <a:ahLst/>
            <a:cxnLst/>
            <a:rect l="l" t="t" r="r" b="b"/>
            <a:pathLst>
              <a:path w="2211234" h="1854673">
                <a:moveTo>
                  <a:pt x="0" y="0"/>
                </a:moveTo>
                <a:lnTo>
                  <a:pt x="2211234" y="0"/>
                </a:lnTo>
                <a:lnTo>
                  <a:pt x="2211234" y="1854673"/>
                </a:lnTo>
                <a:lnTo>
                  <a:pt x="0" y="18546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91571FF-4BFC-6CDE-8A54-C30D5C70FF04}"/>
              </a:ext>
            </a:extLst>
          </p:cNvPr>
          <p:cNvSpPr/>
          <p:nvPr/>
        </p:nvSpPr>
        <p:spPr>
          <a:xfrm rot="-4089296">
            <a:off x="17195912" y="2529507"/>
            <a:ext cx="1732338" cy="1976991"/>
          </a:xfrm>
          <a:custGeom>
            <a:avLst/>
            <a:gdLst/>
            <a:ahLst/>
            <a:cxnLst/>
            <a:rect l="l" t="t" r="r" b="b"/>
            <a:pathLst>
              <a:path w="1732338" h="1976991">
                <a:moveTo>
                  <a:pt x="0" y="0"/>
                </a:moveTo>
                <a:lnTo>
                  <a:pt x="1732338" y="0"/>
                </a:lnTo>
                <a:lnTo>
                  <a:pt x="1732338" y="1976991"/>
                </a:lnTo>
                <a:lnTo>
                  <a:pt x="0" y="19769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BAFFA69-424D-59C5-26F0-B4A1CBACAF20}"/>
              </a:ext>
            </a:extLst>
          </p:cNvPr>
          <p:cNvSpPr/>
          <p:nvPr/>
        </p:nvSpPr>
        <p:spPr>
          <a:xfrm>
            <a:off x="16397928" y="-651227"/>
            <a:ext cx="2248718" cy="2540924"/>
          </a:xfrm>
          <a:custGeom>
            <a:avLst/>
            <a:gdLst/>
            <a:ahLst/>
            <a:cxnLst/>
            <a:rect l="l" t="t" r="r" b="b"/>
            <a:pathLst>
              <a:path w="2248718" h="2540924">
                <a:moveTo>
                  <a:pt x="0" y="0"/>
                </a:moveTo>
                <a:lnTo>
                  <a:pt x="2248718" y="0"/>
                </a:lnTo>
                <a:lnTo>
                  <a:pt x="2248718" y="2540925"/>
                </a:lnTo>
                <a:lnTo>
                  <a:pt x="0" y="25409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1EBF51C-2620-3616-BD66-8707226E4178}"/>
              </a:ext>
            </a:extLst>
          </p:cNvPr>
          <p:cNvSpPr/>
          <p:nvPr/>
        </p:nvSpPr>
        <p:spPr>
          <a:xfrm>
            <a:off x="16602525" y="9258300"/>
            <a:ext cx="1839524" cy="1317559"/>
          </a:xfrm>
          <a:custGeom>
            <a:avLst/>
            <a:gdLst/>
            <a:ahLst/>
            <a:cxnLst/>
            <a:rect l="l" t="t" r="r" b="b"/>
            <a:pathLst>
              <a:path w="1839524" h="1317559">
                <a:moveTo>
                  <a:pt x="0" y="0"/>
                </a:moveTo>
                <a:lnTo>
                  <a:pt x="1839524" y="0"/>
                </a:lnTo>
                <a:lnTo>
                  <a:pt x="1839524" y="1317559"/>
                </a:lnTo>
                <a:lnTo>
                  <a:pt x="0" y="13175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AB1B621-36F5-258D-C148-79BD51B33E53}"/>
              </a:ext>
            </a:extLst>
          </p:cNvPr>
          <p:cNvSpPr txBox="1"/>
          <p:nvPr/>
        </p:nvSpPr>
        <p:spPr>
          <a:xfrm>
            <a:off x="1028700" y="1532433"/>
            <a:ext cx="8115300" cy="153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11499" spc="-586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Ejemplos</a:t>
            </a:r>
            <a:r>
              <a:rPr lang="en-US" sz="11499" spc="-586" dirty="0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: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9841D74-C258-36F1-E67F-EB876C7DA5E2}"/>
              </a:ext>
            </a:extLst>
          </p:cNvPr>
          <p:cNvSpPr txBox="1"/>
          <p:nvPr/>
        </p:nvSpPr>
        <p:spPr>
          <a:xfrm>
            <a:off x="825423" y="7883075"/>
            <a:ext cx="3648204" cy="141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Detección</a:t>
            </a:r>
            <a:r>
              <a:rPr lang="en-US" sz="5399" spc="-275" dirty="0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 de </a:t>
            </a:r>
            <a:r>
              <a:rPr lang="en-US" sz="5399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animales</a:t>
            </a:r>
            <a:endParaRPr lang="en-US" sz="5399" spc="-275" dirty="0">
              <a:solidFill>
                <a:srgbClr val="301C16"/>
              </a:solidFill>
              <a:latin typeface="Baloo Bhaijaan"/>
              <a:ea typeface="Baloo Bhaijaan"/>
              <a:cs typeface="Baloo Bhaijaan"/>
              <a:sym typeface="Baloo Bhaijaan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344D040-B04C-0682-ABFE-8E9806F638BB}"/>
              </a:ext>
            </a:extLst>
          </p:cNvPr>
          <p:cNvSpPr txBox="1"/>
          <p:nvPr/>
        </p:nvSpPr>
        <p:spPr>
          <a:xfrm>
            <a:off x="6589402" y="7778599"/>
            <a:ext cx="3648204" cy="72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5399" spc="-275" dirty="0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Andar </a:t>
            </a:r>
            <a:r>
              <a:rPr lang="en-US" sz="5399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en</a:t>
            </a:r>
            <a:r>
              <a:rPr lang="en-US" sz="5399" spc="-275" dirty="0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 </a:t>
            </a:r>
            <a:r>
              <a:rPr lang="en-US" sz="5399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bici</a:t>
            </a:r>
            <a:endParaRPr lang="en-US" sz="5399" spc="-275" dirty="0">
              <a:solidFill>
                <a:srgbClr val="301C16"/>
              </a:solidFill>
              <a:latin typeface="Baloo Bhaijaan"/>
              <a:ea typeface="Baloo Bhaijaan"/>
              <a:cs typeface="Baloo Bhaijaan"/>
              <a:sym typeface="Baloo Bhaijaan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7E3A743-5BC5-9830-FF55-2BF4938C5E6F}"/>
              </a:ext>
            </a:extLst>
          </p:cNvPr>
          <p:cNvSpPr txBox="1"/>
          <p:nvPr/>
        </p:nvSpPr>
        <p:spPr>
          <a:xfrm>
            <a:off x="12382221" y="7630155"/>
            <a:ext cx="3955428" cy="1419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5400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Aprender</a:t>
            </a:r>
            <a:r>
              <a:rPr lang="en-US" sz="5400" spc="-275" dirty="0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 </a:t>
            </a:r>
            <a:r>
              <a:rPr lang="en-US" sz="5400" spc="-275" dirty="0" err="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matemáticas</a:t>
            </a:r>
            <a:endParaRPr lang="en-US" sz="5400" spc="-275" dirty="0">
              <a:solidFill>
                <a:srgbClr val="301C16"/>
              </a:solidFill>
              <a:latin typeface="Baloo Bhaijaan"/>
              <a:ea typeface="Baloo Bhaijaan"/>
              <a:cs typeface="Baloo Bhaijaan"/>
              <a:sym typeface="Baloo Bhaijaan"/>
            </a:endParaRPr>
          </a:p>
        </p:txBody>
      </p:sp>
      <p:pic>
        <p:nvPicPr>
          <p:cNvPr id="2052" name="Picture 4" descr="Modelos de Detección de Objetos | Aprende Machine Learning">
            <a:extLst>
              <a:ext uri="{FF2B5EF4-FFF2-40B4-BE49-F238E27FC236}">
                <a16:creationId xmlns:a16="http://schemas.microsoft.com/office/drawing/2014/main" id="{3816C152-1CE3-31FF-24EF-9F5A2003A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216708"/>
            <a:ext cx="1863229" cy="186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Niño feliz andar en bicicleta | Vector Premium">
            <a:extLst>
              <a:ext uri="{FF2B5EF4-FFF2-40B4-BE49-F238E27FC236}">
                <a16:creationId xmlns:a16="http://schemas.microsoft.com/office/drawing/2014/main" id="{F592233E-585F-9EDA-E669-EDB72FB6E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333" y="4096543"/>
            <a:ext cx="1043553" cy="187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6 cuadernillos para aprender matemáticas desde cero - Blog Editorial GEU">
            <a:extLst>
              <a:ext uri="{FF2B5EF4-FFF2-40B4-BE49-F238E27FC236}">
                <a16:creationId xmlns:a16="http://schemas.microsoft.com/office/drawing/2014/main" id="{94A267C1-47EC-48AB-E9EE-316F58BA0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1098" y="4201019"/>
            <a:ext cx="1975745" cy="139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358398"/>
      </p:ext>
    </p:extLst>
  </p:cSld>
  <p:clrMapOvr>
    <a:masterClrMapping/>
  </p:clrMapOvr>
  <p:transition>
    <p:circl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6" name="Freeform 6"/>
          <p:cNvSpPr/>
          <p:nvPr/>
        </p:nvSpPr>
        <p:spPr>
          <a:xfrm>
            <a:off x="15827127" y="7688786"/>
            <a:ext cx="3005317" cy="3062743"/>
          </a:xfrm>
          <a:custGeom>
            <a:avLst/>
            <a:gdLst/>
            <a:ahLst/>
            <a:cxnLst/>
            <a:rect l="l" t="t" r="r" b="b"/>
            <a:pathLst>
              <a:path w="3005317" h="3062743">
                <a:moveTo>
                  <a:pt x="0" y="0"/>
                </a:moveTo>
                <a:lnTo>
                  <a:pt x="3005317" y="0"/>
                </a:lnTo>
                <a:lnTo>
                  <a:pt x="3005317" y="3062743"/>
                </a:lnTo>
                <a:lnTo>
                  <a:pt x="0" y="30627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7" name="Freeform 7"/>
          <p:cNvSpPr/>
          <p:nvPr/>
        </p:nvSpPr>
        <p:spPr>
          <a:xfrm>
            <a:off x="-1276328" y="712727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8" name="Group 8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217201" y="4866905"/>
            <a:ext cx="3853599" cy="4807125"/>
          </a:xfrm>
          <a:custGeom>
            <a:avLst/>
            <a:gdLst/>
            <a:ahLst/>
            <a:cxnLst/>
            <a:rect l="l" t="t" r="r" b="b"/>
            <a:pathLst>
              <a:path w="3853599" h="4807125">
                <a:moveTo>
                  <a:pt x="0" y="0"/>
                </a:moveTo>
                <a:lnTo>
                  <a:pt x="3853598" y="0"/>
                </a:lnTo>
                <a:lnTo>
                  <a:pt x="3853598" y="4807124"/>
                </a:lnTo>
                <a:lnTo>
                  <a:pt x="0" y="480712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TextBox 12"/>
          <p:cNvSpPr txBox="1"/>
          <p:nvPr/>
        </p:nvSpPr>
        <p:spPr>
          <a:xfrm>
            <a:off x="3394412" y="939530"/>
            <a:ext cx="11499176" cy="392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En conclusión...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</a:t>
            </a:r>
          </a:p>
        </p:txBody>
      </p:sp>
    </p:spTree>
  </p:cSld>
  <p:clrMapOvr>
    <a:masterClrMapping/>
  </p:clrMapOvr>
  <p:transition>
    <p:circl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823306" cy="823306"/>
          </a:xfrm>
          <a:custGeom>
            <a:avLst/>
            <a:gdLst/>
            <a:ahLst/>
            <a:cxnLst/>
            <a:rect l="l" t="t" r="r" b="b"/>
            <a:pathLst>
              <a:path w="823306" h="823306">
                <a:moveTo>
                  <a:pt x="0" y="0"/>
                </a:moveTo>
                <a:lnTo>
                  <a:pt x="823306" y="0"/>
                </a:lnTo>
                <a:lnTo>
                  <a:pt x="823306" y="823306"/>
                </a:lnTo>
                <a:lnTo>
                  <a:pt x="0" y="823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3" name="Freeform 3"/>
          <p:cNvSpPr/>
          <p:nvPr/>
        </p:nvSpPr>
        <p:spPr>
          <a:xfrm rot="2118173">
            <a:off x="12922330" y="7099427"/>
            <a:ext cx="1317016" cy="1958388"/>
          </a:xfrm>
          <a:custGeom>
            <a:avLst/>
            <a:gdLst/>
            <a:ahLst/>
            <a:cxnLst/>
            <a:rect l="l" t="t" r="r" b="b"/>
            <a:pathLst>
              <a:path w="1317016" h="1958388">
                <a:moveTo>
                  <a:pt x="0" y="0"/>
                </a:moveTo>
                <a:lnTo>
                  <a:pt x="1317016" y="0"/>
                </a:lnTo>
                <a:lnTo>
                  <a:pt x="1317016" y="1958388"/>
                </a:lnTo>
                <a:lnTo>
                  <a:pt x="0" y="1958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4" name="Freeform 4"/>
          <p:cNvSpPr/>
          <p:nvPr/>
        </p:nvSpPr>
        <p:spPr>
          <a:xfrm>
            <a:off x="5910636" y="6326703"/>
            <a:ext cx="1043554" cy="1266833"/>
          </a:xfrm>
          <a:custGeom>
            <a:avLst/>
            <a:gdLst/>
            <a:ahLst/>
            <a:cxnLst/>
            <a:rect l="l" t="t" r="r" b="b"/>
            <a:pathLst>
              <a:path w="1043554" h="1266833">
                <a:moveTo>
                  <a:pt x="0" y="0"/>
                </a:moveTo>
                <a:lnTo>
                  <a:pt x="1043554" y="0"/>
                </a:lnTo>
                <a:lnTo>
                  <a:pt x="1043554" y="1266833"/>
                </a:lnTo>
                <a:lnTo>
                  <a:pt x="0" y="1266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5" name="Freeform 5"/>
          <p:cNvSpPr/>
          <p:nvPr/>
        </p:nvSpPr>
        <p:spPr>
          <a:xfrm rot="-1851805">
            <a:off x="3583150" y="7176087"/>
            <a:ext cx="1340263" cy="1805068"/>
          </a:xfrm>
          <a:custGeom>
            <a:avLst/>
            <a:gdLst/>
            <a:ahLst/>
            <a:cxnLst/>
            <a:rect l="l" t="t" r="r" b="b"/>
            <a:pathLst>
              <a:path w="1340263" h="1805068">
                <a:moveTo>
                  <a:pt x="0" y="0"/>
                </a:moveTo>
                <a:lnTo>
                  <a:pt x="1340262" y="0"/>
                </a:lnTo>
                <a:lnTo>
                  <a:pt x="1340262" y="1805067"/>
                </a:lnTo>
                <a:lnTo>
                  <a:pt x="0" y="18050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grpSp>
        <p:nvGrpSpPr>
          <p:cNvPr id="7" name="Group 7"/>
          <p:cNvGrpSpPr/>
          <p:nvPr/>
        </p:nvGrpSpPr>
        <p:grpSpPr>
          <a:xfrm>
            <a:off x="15271921" y="971789"/>
            <a:ext cx="1916236" cy="937127"/>
            <a:chOff x="0" y="0"/>
            <a:chExt cx="504688" cy="2468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4688" cy="246815"/>
            </a:xfrm>
            <a:custGeom>
              <a:avLst/>
              <a:gdLst/>
              <a:ahLst/>
              <a:cxnLst/>
              <a:rect l="l" t="t" r="r" b="b"/>
              <a:pathLst>
                <a:path w="504688" h="246815">
                  <a:moveTo>
                    <a:pt x="123408" y="0"/>
                  </a:moveTo>
                  <a:lnTo>
                    <a:pt x="381280" y="0"/>
                  </a:lnTo>
                  <a:cubicBezTo>
                    <a:pt x="449436" y="0"/>
                    <a:pt x="504688" y="55252"/>
                    <a:pt x="504688" y="123408"/>
                  </a:cubicBezTo>
                  <a:lnTo>
                    <a:pt x="504688" y="123408"/>
                  </a:lnTo>
                  <a:cubicBezTo>
                    <a:pt x="504688" y="156137"/>
                    <a:pt x="491686" y="187527"/>
                    <a:pt x="468542" y="210670"/>
                  </a:cubicBezTo>
                  <a:cubicBezTo>
                    <a:pt x="445399" y="233814"/>
                    <a:pt x="414010" y="246815"/>
                    <a:pt x="381280" y="246815"/>
                  </a:cubicBezTo>
                  <a:lnTo>
                    <a:pt x="123408" y="246815"/>
                  </a:lnTo>
                  <a:cubicBezTo>
                    <a:pt x="55252" y="246815"/>
                    <a:pt x="0" y="191564"/>
                    <a:pt x="0" y="123408"/>
                  </a:cubicBezTo>
                  <a:lnTo>
                    <a:pt x="0" y="123408"/>
                  </a:lnTo>
                  <a:cubicBezTo>
                    <a:pt x="0" y="55252"/>
                    <a:pt x="55252" y="0"/>
                    <a:pt x="123408" y="0"/>
                  </a:cubicBezTo>
                  <a:close/>
                </a:path>
              </a:pathLst>
            </a:custGeom>
            <a:solidFill>
              <a:srgbClr val="FEC34A"/>
            </a:solidFill>
          </p:spPr>
          <p:txBody>
            <a:bodyPr/>
            <a:lstStyle/>
            <a:p>
              <a:endParaRPr lang="en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04688" cy="284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055210" y="5607456"/>
            <a:ext cx="5658639" cy="4781550"/>
          </a:xfrm>
          <a:custGeom>
            <a:avLst/>
            <a:gdLst/>
            <a:ahLst/>
            <a:cxnLst/>
            <a:rect l="l" t="t" r="r" b="b"/>
            <a:pathLst>
              <a:path w="5658639" h="4781550">
                <a:moveTo>
                  <a:pt x="0" y="0"/>
                </a:moveTo>
                <a:lnTo>
                  <a:pt x="5658640" y="0"/>
                </a:lnTo>
                <a:lnTo>
                  <a:pt x="5658640" y="4781550"/>
                </a:lnTo>
                <a:lnTo>
                  <a:pt x="0" y="4781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1" name="Freeform 11"/>
          <p:cNvSpPr/>
          <p:nvPr/>
        </p:nvSpPr>
        <p:spPr>
          <a:xfrm>
            <a:off x="0" y="8075235"/>
            <a:ext cx="3360416" cy="2211765"/>
          </a:xfrm>
          <a:custGeom>
            <a:avLst/>
            <a:gdLst/>
            <a:ahLst/>
            <a:cxnLst/>
            <a:rect l="l" t="t" r="r" b="b"/>
            <a:pathLst>
              <a:path w="3360416" h="2211765">
                <a:moveTo>
                  <a:pt x="0" y="0"/>
                </a:moveTo>
                <a:lnTo>
                  <a:pt x="3360416" y="0"/>
                </a:lnTo>
                <a:lnTo>
                  <a:pt x="3360416" y="2211765"/>
                </a:lnTo>
                <a:lnTo>
                  <a:pt x="0" y="2211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2" name="TextBox 12"/>
          <p:cNvSpPr txBox="1"/>
          <p:nvPr/>
        </p:nvSpPr>
        <p:spPr>
          <a:xfrm>
            <a:off x="2135171" y="1938118"/>
            <a:ext cx="12869984" cy="392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21"/>
              </a:lnSpc>
            </a:pPr>
            <a:r>
              <a:rPr lang="en-US" sz="15121" spc="-771">
                <a:solidFill>
                  <a:srgbClr val="301C16"/>
                </a:solidFill>
                <a:latin typeface="Baloo Bhaijaan"/>
                <a:ea typeface="Baloo Bhaijaan"/>
                <a:cs typeface="Baloo Bhaijaan"/>
                <a:sym typeface="Baloo Bhaijaan"/>
              </a:rPr>
              <a:t>¡Graciaas por tu atención! (: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44635" y="1171113"/>
            <a:ext cx="1370808" cy="48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301C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2030</a:t>
            </a:r>
          </a:p>
        </p:txBody>
      </p:sp>
      <p:sp>
        <p:nvSpPr>
          <p:cNvPr id="14" name="Freeform 14"/>
          <p:cNvSpPr/>
          <p:nvPr/>
        </p:nvSpPr>
        <p:spPr>
          <a:xfrm>
            <a:off x="14684127" y="0"/>
            <a:ext cx="3360416" cy="2211765"/>
          </a:xfrm>
          <a:custGeom>
            <a:avLst/>
            <a:gdLst/>
            <a:ahLst/>
            <a:cxnLst/>
            <a:rect l="l" t="t" r="r" b="b"/>
            <a:pathLst>
              <a:path w="3360416" h="2211765">
                <a:moveTo>
                  <a:pt x="0" y="0"/>
                </a:moveTo>
                <a:lnTo>
                  <a:pt x="3360416" y="0"/>
                </a:lnTo>
                <a:lnTo>
                  <a:pt x="3360416" y="2211765"/>
                </a:lnTo>
                <a:lnTo>
                  <a:pt x="0" y="2211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  <p:sp>
        <p:nvSpPr>
          <p:cNvPr id="15" name="Freeform 15"/>
          <p:cNvSpPr/>
          <p:nvPr/>
        </p:nvSpPr>
        <p:spPr>
          <a:xfrm>
            <a:off x="13935581" y="7282307"/>
            <a:ext cx="5367947" cy="3106699"/>
          </a:xfrm>
          <a:custGeom>
            <a:avLst/>
            <a:gdLst/>
            <a:ahLst/>
            <a:cxnLst/>
            <a:rect l="l" t="t" r="r" b="b"/>
            <a:pathLst>
              <a:path w="5367947" h="3106699">
                <a:moveTo>
                  <a:pt x="0" y="0"/>
                </a:moveTo>
                <a:lnTo>
                  <a:pt x="5367947" y="0"/>
                </a:lnTo>
                <a:lnTo>
                  <a:pt x="5367947" y="3106699"/>
                </a:lnTo>
                <a:lnTo>
                  <a:pt x="0" y="31066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MX"/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189</Words>
  <Application>Microsoft Macintosh PowerPoint</Application>
  <PresentationFormat>Custom</PresentationFormat>
  <Paragraphs>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Baloo Bhaijaan</vt:lpstr>
      <vt:lpstr>Canva Sans Bold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Incremental</dc:title>
  <cp:lastModifiedBy>Luis Angel Gonzalez Hernandez</cp:lastModifiedBy>
  <cp:revision>3</cp:revision>
  <dcterms:created xsi:type="dcterms:W3CDTF">2006-08-16T00:00:00Z</dcterms:created>
  <dcterms:modified xsi:type="dcterms:W3CDTF">2025-10-28T16:34:51Z</dcterms:modified>
  <dc:identifier>DAG2wPEajjU</dc:identifier>
</cp:coreProperties>
</file>